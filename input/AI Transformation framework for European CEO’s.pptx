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
  </p:notesMasterIdLst>
  <p:sldIdLst>
    <p:sldId id="2147480368" r:id="rId2"/>
    <p:sldId id="2147480366" r:id="rId3"/>
    <p:sldId id="2147480372" r:id="rId4"/>
    <p:sldId id="2147480380" r:id="rId5"/>
    <p:sldId id="2147480367" r:id="rId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B3A6B"/>
    <a:srgbClr val="4B5B6B"/>
    <a:srgbClr val="627281"/>
    <a:srgbClr val="546473"/>
    <a:srgbClr val="576879"/>
    <a:srgbClr val="94A6B4"/>
    <a:srgbClr val="3F4F5E"/>
    <a:srgbClr val="1E2933"/>
    <a:srgbClr val="52617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FC823B6-5D4F-41CA-8B02-551D95EA8BB9}" v="1" dt="2026-03-01T16:56:22.7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062" autoAdjust="0"/>
    <p:restoredTop sz="94660"/>
  </p:normalViewPr>
  <p:slideViewPr>
    <p:cSldViewPr snapToGrid="0" showGuides="1">
      <p:cViewPr varScale="1">
        <p:scale>
          <a:sx n="99" d="100"/>
          <a:sy n="99" d="100"/>
        </p:scale>
        <p:origin x="768" y="298"/>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13"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notesMaster" Target="notesMasters/notesMaster1.xml"/><Relationship Id="rId12" Type="http://schemas.microsoft.com/office/2016/11/relationships/changesInfo" Target="changesInfos/changesInfo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phan Hartgers" userId="3ce558ff999c0d3f" providerId="LiveId" clId="{4B5D78F8-DE07-46C6-852D-C1A30D9204AF}"/>
    <pc:docChg chg="undo custSel modSld">
      <pc:chgData name="Stephan Hartgers" userId="3ce558ff999c0d3f" providerId="LiveId" clId="{4B5D78F8-DE07-46C6-852D-C1A30D9204AF}" dt="2026-03-01T16:56:22.740" v="2" actId="164"/>
      <pc:docMkLst>
        <pc:docMk/>
      </pc:docMkLst>
      <pc:sldChg chg="addSp modSp mod">
        <pc:chgData name="Stephan Hartgers" userId="3ce558ff999c0d3f" providerId="LiveId" clId="{4B5D78F8-DE07-46C6-852D-C1A30D9204AF}" dt="2026-03-01T16:56:22.740" v="2" actId="164"/>
        <pc:sldMkLst>
          <pc:docMk/>
          <pc:sldMk cId="3155234622" sldId="2147480366"/>
        </pc:sldMkLst>
        <pc:spChg chg="mod">
          <ac:chgData name="Stephan Hartgers" userId="3ce558ff999c0d3f" providerId="LiveId" clId="{4B5D78F8-DE07-46C6-852D-C1A30D9204AF}" dt="2026-03-01T16:56:18.575" v="1" actId="1076"/>
          <ac:spMkLst>
            <pc:docMk/>
            <pc:sldMk cId="3155234622" sldId="2147480366"/>
            <ac:spMk id="3" creationId="{B3A34B42-FB4F-0FAB-9E0C-B9D4240D7263}"/>
          </ac:spMkLst>
        </pc:spChg>
        <pc:spChg chg="mod">
          <ac:chgData name="Stephan Hartgers" userId="3ce558ff999c0d3f" providerId="LiveId" clId="{4B5D78F8-DE07-46C6-852D-C1A30D9204AF}" dt="2026-03-01T16:56:22.740" v="2" actId="164"/>
          <ac:spMkLst>
            <pc:docMk/>
            <pc:sldMk cId="3155234622" sldId="2147480366"/>
            <ac:spMk id="13" creationId="{20F41343-C46A-FBF1-1A24-4EA457D0B60F}"/>
          </ac:spMkLst>
        </pc:spChg>
        <pc:spChg chg="mod">
          <ac:chgData name="Stephan Hartgers" userId="3ce558ff999c0d3f" providerId="LiveId" clId="{4B5D78F8-DE07-46C6-852D-C1A30D9204AF}" dt="2026-03-01T16:56:22.740" v="2" actId="164"/>
          <ac:spMkLst>
            <pc:docMk/>
            <pc:sldMk cId="3155234622" sldId="2147480366"/>
            <ac:spMk id="14" creationId="{36B940B1-BB64-5315-41EF-90659B2E2413}"/>
          </ac:spMkLst>
        </pc:spChg>
        <pc:spChg chg="mod">
          <ac:chgData name="Stephan Hartgers" userId="3ce558ff999c0d3f" providerId="LiveId" clId="{4B5D78F8-DE07-46C6-852D-C1A30D9204AF}" dt="2026-03-01T16:56:22.740" v="2" actId="164"/>
          <ac:spMkLst>
            <pc:docMk/>
            <pc:sldMk cId="3155234622" sldId="2147480366"/>
            <ac:spMk id="17" creationId="{4DC9BA65-02F5-9778-D996-0E43F5050B58}"/>
          </ac:spMkLst>
        </pc:spChg>
        <pc:spChg chg="mod">
          <ac:chgData name="Stephan Hartgers" userId="3ce558ff999c0d3f" providerId="LiveId" clId="{4B5D78F8-DE07-46C6-852D-C1A30D9204AF}" dt="2026-03-01T16:56:22.740" v="2" actId="164"/>
          <ac:spMkLst>
            <pc:docMk/>
            <pc:sldMk cId="3155234622" sldId="2147480366"/>
            <ac:spMk id="20" creationId="{1C285D34-3103-3FC5-CA90-096D3DDE0E6B}"/>
          </ac:spMkLst>
        </pc:spChg>
        <pc:spChg chg="mod">
          <ac:chgData name="Stephan Hartgers" userId="3ce558ff999c0d3f" providerId="LiveId" clId="{4B5D78F8-DE07-46C6-852D-C1A30D9204AF}" dt="2026-03-01T16:56:22.740" v="2" actId="164"/>
          <ac:spMkLst>
            <pc:docMk/>
            <pc:sldMk cId="3155234622" sldId="2147480366"/>
            <ac:spMk id="43" creationId="{77F83771-69DC-DE58-F493-65CEDB545E5C}"/>
          </ac:spMkLst>
        </pc:spChg>
        <pc:spChg chg="mod">
          <ac:chgData name="Stephan Hartgers" userId="3ce558ff999c0d3f" providerId="LiveId" clId="{4B5D78F8-DE07-46C6-852D-C1A30D9204AF}" dt="2026-03-01T16:56:22.740" v="2" actId="164"/>
          <ac:spMkLst>
            <pc:docMk/>
            <pc:sldMk cId="3155234622" sldId="2147480366"/>
            <ac:spMk id="140" creationId="{803139DD-F140-2E13-C535-DBA32BD2249E}"/>
          </ac:spMkLst>
        </pc:spChg>
        <pc:spChg chg="mod">
          <ac:chgData name="Stephan Hartgers" userId="3ce558ff999c0d3f" providerId="LiveId" clId="{4B5D78F8-DE07-46C6-852D-C1A30D9204AF}" dt="2026-03-01T16:56:22.740" v="2" actId="164"/>
          <ac:spMkLst>
            <pc:docMk/>
            <pc:sldMk cId="3155234622" sldId="2147480366"/>
            <ac:spMk id="141" creationId="{AE8C815B-7E18-CE74-1D37-2454B20069A0}"/>
          </ac:spMkLst>
        </pc:spChg>
        <pc:spChg chg="mod">
          <ac:chgData name="Stephan Hartgers" userId="3ce558ff999c0d3f" providerId="LiveId" clId="{4B5D78F8-DE07-46C6-852D-C1A30D9204AF}" dt="2026-03-01T16:56:22.740" v="2" actId="164"/>
          <ac:spMkLst>
            <pc:docMk/>
            <pc:sldMk cId="3155234622" sldId="2147480366"/>
            <ac:spMk id="151" creationId="{DA84A920-84E4-D38E-DFB7-5C496D13FC0A}"/>
          </ac:spMkLst>
        </pc:spChg>
        <pc:spChg chg="mod">
          <ac:chgData name="Stephan Hartgers" userId="3ce558ff999c0d3f" providerId="LiveId" clId="{4B5D78F8-DE07-46C6-852D-C1A30D9204AF}" dt="2026-03-01T16:56:22.740" v="2" actId="164"/>
          <ac:spMkLst>
            <pc:docMk/>
            <pc:sldMk cId="3155234622" sldId="2147480366"/>
            <ac:spMk id="154" creationId="{55D2C2E2-60C1-A4D8-155A-29C4AE9102DC}"/>
          </ac:spMkLst>
        </pc:spChg>
        <pc:spChg chg="mod">
          <ac:chgData name="Stephan Hartgers" userId="3ce558ff999c0d3f" providerId="LiveId" clId="{4B5D78F8-DE07-46C6-852D-C1A30D9204AF}" dt="2026-03-01T16:56:22.740" v="2" actId="164"/>
          <ac:spMkLst>
            <pc:docMk/>
            <pc:sldMk cId="3155234622" sldId="2147480366"/>
            <ac:spMk id="165" creationId="{C8B0295D-55E0-BE71-18DC-D49D90CE705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AB7A3DB-122E-499C-AAFB-3D4665CBCADB}" type="datetimeFigureOut">
              <a:rPr lang="en-GB" smtClean="0"/>
              <a:t>02/03/2026</a:t>
            </a:fld>
            <a:endParaRPr lang="en-GB"/>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28BCE29-0DCC-4890-A91F-1AD6D7B8A69F}" type="slidenum">
              <a:rPr lang="en-GB" smtClean="0"/>
              <a:t>‹nr.›</a:t>
            </a:fld>
            <a:endParaRPr lang="en-GB"/>
          </a:p>
        </p:txBody>
      </p:sp>
    </p:spTree>
    <p:extLst>
      <p:ext uri="{BB962C8B-B14F-4D97-AF65-F5344CB8AC3E}">
        <p14:creationId xmlns:p14="http://schemas.microsoft.com/office/powerpoint/2010/main" val="4299860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5450A-C4D7-1430-C644-50F3F198E5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792276-1454-3270-B3A5-C743FFF3DA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3543F5-304A-1D65-0A71-730E5FE78022}"/>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9BBB26A6-51FB-0ED0-1F61-4CA82ADDFC51}"/>
              </a:ext>
            </a:extLst>
          </p:cNvPr>
          <p:cNvSpPr>
            <a:spLocks noGrp="1"/>
          </p:cNvSpPr>
          <p:nvPr>
            <p:ph type="sldNum" sz="quarter" idx="5"/>
          </p:nvPr>
        </p:nvSpPr>
        <p:spPr/>
        <p:txBody>
          <a:bodyPr/>
          <a:lstStyle/>
          <a:p>
            <a:fld id="{BA1AFD66-2597-4960-86E3-D00E2B43A69D}" type="slidenum">
              <a:rPr lang="en-GB" smtClean="0"/>
              <a:t>1</a:t>
            </a:fld>
            <a:endParaRPr lang="en-GB"/>
          </a:p>
        </p:txBody>
      </p:sp>
    </p:spTree>
    <p:extLst>
      <p:ext uri="{BB962C8B-B14F-4D97-AF65-F5344CB8AC3E}">
        <p14:creationId xmlns:p14="http://schemas.microsoft.com/office/powerpoint/2010/main" val="20578136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BA1AFD66-2597-4960-86E3-D00E2B43A69D}" type="slidenum">
              <a:rPr lang="en-GB" smtClean="0"/>
              <a:t>2</a:t>
            </a:fld>
            <a:endParaRPr lang="en-GB"/>
          </a:p>
        </p:txBody>
      </p:sp>
    </p:spTree>
    <p:extLst>
      <p:ext uri="{BB962C8B-B14F-4D97-AF65-F5344CB8AC3E}">
        <p14:creationId xmlns:p14="http://schemas.microsoft.com/office/powerpoint/2010/main" val="9855294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CE62BF-62B2-82DC-C376-73CE779387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23FAB7-0002-0B74-BC80-BE2ABD3020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095350-E688-5761-4C18-C360C5E907EF}"/>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83885E98-BCCF-D095-084B-9A2B890105DE}"/>
              </a:ext>
            </a:extLst>
          </p:cNvPr>
          <p:cNvSpPr>
            <a:spLocks noGrp="1"/>
          </p:cNvSpPr>
          <p:nvPr>
            <p:ph type="sldNum" sz="quarter" idx="5"/>
          </p:nvPr>
        </p:nvSpPr>
        <p:spPr/>
        <p:txBody>
          <a:bodyPr/>
          <a:lstStyle/>
          <a:p>
            <a:fld id="{BA1AFD66-2597-4960-86E3-D00E2B43A69D}" type="slidenum">
              <a:rPr lang="en-GB" smtClean="0"/>
              <a:t>3</a:t>
            </a:fld>
            <a:endParaRPr lang="en-GB"/>
          </a:p>
        </p:txBody>
      </p:sp>
    </p:spTree>
    <p:extLst>
      <p:ext uri="{BB962C8B-B14F-4D97-AF65-F5344CB8AC3E}">
        <p14:creationId xmlns:p14="http://schemas.microsoft.com/office/powerpoint/2010/main" val="29610186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0502-7047-1D54-BEEE-7810E0F8A7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29B4AA-586D-DF9D-590A-BC966D9C65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7601EE-D672-03C3-C50B-CEEAE42313E0}"/>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2EC213F6-456D-85D1-D133-579BF8369F4E}"/>
              </a:ext>
            </a:extLst>
          </p:cNvPr>
          <p:cNvSpPr>
            <a:spLocks noGrp="1"/>
          </p:cNvSpPr>
          <p:nvPr>
            <p:ph type="sldNum" sz="quarter" idx="5"/>
          </p:nvPr>
        </p:nvSpPr>
        <p:spPr/>
        <p:txBody>
          <a:bodyPr/>
          <a:lstStyle/>
          <a:p>
            <a:fld id="{BA1AFD66-2597-4960-86E3-D00E2B43A69D}" type="slidenum">
              <a:rPr lang="en-GB" smtClean="0"/>
              <a:t>4</a:t>
            </a:fld>
            <a:endParaRPr lang="en-GB"/>
          </a:p>
        </p:txBody>
      </p:sp>
    </p:spTree>
    <p:extLst>
      <p:ext uri="{BB962C8B-B14F-4D97-AF65-F5344CB8AC3E}">
        <p14:creationId xmlns:p14="http://schemas.microsoft.com/office/powerpoint/2010/main" val="116476281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43DBEA-249C-C242-148C-48F7018625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F22EEB-C303-C2A5-8D9D-1A69098FCD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854394-2E02-F59C-3637-C4FD90296000}"/>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98D901B4-4B31-A81F-86D7-37D4F9F19EA1}"/>
              </a:ext>
            </a:extLst>
          </p:cNvPr>
          <p:cNvSpPr>
            <a:spLocks noGrp="1"/>
          </p:cNvSpPr>
          <p:nvPr>
            <p:ph type="sldNum" sz="quarter" idx="5"/>
          </p:nvPr>
        </p:nvSpPr>
        <p:spPr/>
        <p:txBody>
          <a:bodyPr/>
          <a:lstStyle/>
          <a:p>
            <a:fld id="{BA1AFD66-2597-4960-86E3-D00E2B43A69D}" type="slidenum">
              <a:rPr lang="en-GB" smtClean="0"/>
              <a:t>5</a:t>
            </a:fld>
            <a:endParaRPr lang="en-GB"/>
          </a:p>
        </p:txBody>
      </p:sp>
    </p:spTree>
    <p:extLst>
      <p:ext uri="{BB962C8B-B14F-4D97-AF65-F5344CB8AC3E}">
        <p14:creationId xmlns:p14="http://schemas.microsoft.com/office/powerpoint/2010/main" val="21718625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dia">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AE781F1-1DDD-70AD-2B31-A4AC53AA0EFB}"/>
              </a:ext>
            </a:extLst>
          </p:cNvPr>
          <p:cNvSpPr>
            <a:spLocks noGrp="1"/>
          </p:cNvSpPr>
          <p:nvPr>
            <p:ph type="ctrTitle"/>
          </p:nvPr>
        </p:nvSpPr>
        <p:spPr>
          <a:xfrm>
            <a:off x="1524000" y="1122363"/>
            <a:ext cx="9144000" cy="2387600"/>
          </a:xfrm>
        </p:spPr>
        <p:txBody>
          <a:bodyPr anchor="b"/>
          <a:lstStyle>
            <a:lvl1pPr algn="ctr">
              <a:defRPr sz="6000"/>
            </a:lvl1pPr>
          </a:lstStyle>
          <a:p>
            <a:r>
              <a:rPr lang="nl-NL"/>
              <a:t>Klik om stijl te bewerken</a:t>
            </a:r>
            <a:endParaRPr lang="en-GB"/>
          </a:p>
        </p:txBody>
      </p:sp>
      <p:sp>
        <p:nvSpPr>
          <p:cNvPr id="3" name="Ondertitel 2">
            <a:extLst>
              <a:ext uri="{FF2B5EF4-FFF2-40B4-BE49-F238E27FC236}">
                <a16:creationId xmlns:a16="http://schemas.microsoft.com/office/drawing/2014/main" id="{103A3327-3598-1461-CCA0-9A6AFE661BF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a:t>Klikken om de ondertitelstijl van het model te bewerken</a:t>
            </a:r>
            <a:endParaRPr lang="en-GB"/>
          </a:p>
        </p:txBody>
      </p:sp>
      <p:sp>
        <p:nvSpPr>
          <p:cNvPr id="4" name="Tijdelijke aanduiding voor datum 3">
            <a:extLst>
              <a:ext uri="{FF2B5EF4-FFF2-40B4-BE49-F238E27FC236}">
                <a16:creationId xmlns:a16="http://schemas.microsoft.com/office/drawing/2014/main" id="{E9E65A24-ED99-7452-1BC7-5ED0DB6C0D17}"/>
              </a:ext>
            </a:extLst>
          </p:cNvPr>
          <p:cNvSpPr>
            <a:spLocks noGrp="1"/>
          </p:cNvSpPr>
          <p:nvPr>
            <p:ph type="dt" sz="half" idx="10"/>
          </p:nvPr>
        </p:nvSpPr>
        <p:spPr/>
        <p:txBody>
          <a:bodyPr/>
          <a:lstStyle/>
          <a:p>
            <a:fld id="{7E530143-BC45-40DA-908E-84B30ACFDA34}" type="datetimeFigureOut">
              <a:rPr lang="en-GB" smtClean="0"/>
              <a:t>02/03/2026</a:t>
            </a:fld>
            <a:endParaRPr lang="en-GB"/>
          </a:p>
        </p:txBody>
      </p:sp>
      <p:sp>
        <p:nvSpPr>
          <p:cNvPr id="5" name="Tijdelijke aanduiding voor voettekst 4">
            <a:extLst>
              <a:ext uri="{FF2B5EF4-FFF2-40B4-BE49-F238E27FC236}">
                <a16:creationId xmlns:a16="http://schemas.microsoft.com/office/drawing/2014/main" id="{345B1F13-BCB2-5D4E-7588-56C49077CDC1}"/>
              </a:ext>
            </a:extLst>
          </p:cNvPr>
          <p:cNvSpPr>
            <a:spLocks noGrp="1"/>
          </p:cNvSpPr>
          <p:nvPr>
            <p:ph type="ftr" sz="quarter" idx="11"/>
          </p:nvPr>
        </p:nvSpPr>
        <p:spPr/>
        <p:txBody>
          <a:bodyPr/>
          <a:lstStyle/>
          <a:p>
            <a:endParaRPr lang="en-GB"/>
          </a:p>
        </p:txBody>
      </p:sp>
      <p:sp>
        <p:nvSpPr>
          <p:cNvPr id="6" name="Tijdelijke aanduiding voor dianummer 5">
            <a:extLst>
              <a:ext uri="{FF2B5EF4-FFF2-40B4-BE49-F238E27FC236}">
                <a16:creationId xmlns:a16="http://schemas.microsoft.com/office/drawing/2014/main" id="{D79200AD-AF2E-3A67-0026-2378AE83006B}"/>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278549393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en objec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67CF8EB-816D-FDCD-F302-CED864944E31}"/>
              </a:ext>
            </a:extLst>
          </p:cNvPr>
          <p:cNvSpPr>
            <a:spLocks noGrp="1"/>
          </p:cNvSpPr>
          <p:nvPr>
            <p:ph type="title"/>
          </p:nvPr>
        </p:nvSpPr>
        <p:spPr/>
        <p:txBody>
          <a:bodyPr/>
          <a:lstStyle/>
          <a:p>
            <a:r>
              <a:rPr lang="nl-NL"/>
              <a:t>Klik om stijl te bewerken</a:t>
            </a:r>
            <a:endParaRPr lang="en-GB"/>
          </a:p>
        </p:txBody>
      </p:sp>
      <p:sp>
        <p:nvSpPr>
          <p:cNvPr id="3" name="Tijdelijke aanduiding voor inhoud 2">
            <a:extLst>
              <a:ext uri="{FF2B5EF4-FFF2-40B4-BE49-F238E27FC236}">
                <a16:creationId xmlns:a16="http://schemas.microsoft.com/office/drawing/2014/main" id="{BF55245D-87C1-0161-98CC-46D6DC0C0997}"/>
              </a:ext>
            </a:extLst>
          </p:cNvPr>
          <p:cNvSpPr>
            <a:spLocks noGrp="1"/>
          </p:cNvSpPr>
          <p:nvPr>
            <p:ph idx="1"/>
          </p:nvPr>
        </p:nvSpPr>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4" name="Tijdelijke aanduiding voor datum 3">
            <a:extLst>
              <a:ext uri="{FF2B5EF4-FFF2-40B4-BE49-F238E27FC236}">
                <a16:creationId xmlns:a16="http://schemas.microsoft.com/office/drawing/2014/main" id="{631DF2A7-EF22-A176-7903-A7448C65A76A}"/>
              </a:ext>
            </a:extLst>
          </p:cNvPr>
          <p:cNvSpPr>
            <a:spLocks noGrp="1"/>
          </p:cNvSpPr>
          <p:nvPr>
            <p:ph type="dt" sz="half" idx="10"/>
          </p:nvPr>
        </p:nvSpPr>
        <p:spPr/>
        <p:txBody>
          <a:bodyPr/>
          <a:lstStyle/>
          <a:p>
            <a:fld id="{7E530143-BC45-40DA-908E-84B30ACFDA34}" type="datetimeFigureOut">
              <a:rPr lang="en-GB" smtClean="0"/>
              <a:t>02/03/2026</a:t>
            </a:fld>
            <a:endParaRPr lang="en-GB"/>
          </a:p>
        </p:txBody>
      </p:sp>
      <p:sp>
        <p:nvSpPr>
          <p:cNvPr id="5" name="Tijdelijke aanduiding voor voettekst 4">
            <a:extLst>
              <a:ext uri="{FF2B5EF4-FFF2-40B4-BE49-F238E27FC236}">
                <a16:creationId xmlns:a16="http://schemas.microsoft.com/office/drawing/2014/main" id="{0915440C-9C34-49CB-D98D-D473F32CFCE9}"/>
              </a:ext>
            </a:extLst>
          </p:cNvPr>
          <p:cNvSpPr>
            <a:spLocks noGrp="1"/>
          </p:cNvSpPr>
          <p:nvPr>
            <p:ph type="ftr" sz="quarter" idx="11"/>
          </p:nvPr>
        </p:nvSpPr>
        <p:spPr/>
        <p:txBody>
          <a:bodyPr/>
          <a:lstStyle/>
          <a:p>
            <a:endParaRPr lang="en-GB"/>
          </a:p>
        </p:txBody>
      </p:sp>
      <p:sp>
        <p:nvSpPr>
          <p:cNvPr id="6" name="Tijdelijke aanduiding voor dianummer 5">
            <a:extLst>
              <a:ext uri="{FF2B5EF4-FFF2-40B4-BE49-F238E27FC236}">
                <a16:creationId xmlns:a16="http://schemas.microsoft.com/office/drawing/2014/main" id="{7BFA2633-60BD-1801-CFC0-CFC2CC6823C7}"/>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15421783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ekop">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4E05FBD-AD2E-B70D-FE51-7922896C06F2}"/>
              </a:ext>
            </a:extLst>
          </p:cNvPr>
          <p:cNvSpPr>
            <a:spLocks noGrp="1"/>
          </p:cNvSpPr>
          <p:nvPr>
            <p:ph type="title"/>
          </p:nvPr>
        </p:nvSpPr>
        <p:spPr>
          <a:xfrm>
            <a:off x="831850" y="1709738"/>
            <a:ext cx="10515600" cy="2852737"/>
          </a:xfrm>
        </p:spPr>
        <p:txBody>
          <a:bodyPr anchor="b"/>
          <a:lstStyle>
            <a:lvl1pPr>
              <a:defRPr sz="6000"/>
            </a:lvl1pPr>
          </a:lstStyle>
          <a:p>
            <a:r>
              <a:rPr lang="nl-NL"/>
              <a:t>Klik om stijl te bewerken</a:t>
            </a:r>
            <a:endParaRPr lang="en-GB"/>
          </a:p>
        </p:txBody>
      </p:sp>
      <p:sp>
        <p:nvSpPr>
          <p:cNvPr id="3" name="Tijdelijke aanduiding voor tekst 2">
            <a:extLst>
              <a:ext uri="{FF2B5EF4-FFF2-40B4-BE49-F238E27FC236}">
                <a16:creationId xmlns:a16="http://schemas.microsoft.com/office/drawing/2014/main" id="{8CCD1439-5304-A4F8-23F3-91E38D5606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nl-NL"/>
              <a:t>Klikken om de tekststijl van het model te bewerken</a:t>
            </a:r>
          </a:p>
        </p:txBody>
      </p:sp>
      <p:sp>
        <p:nvSpPr>
          <p:cNvPr id="4" name="Tijdelijke aanduiding voor datum 3">
            <a:extLst>
              <a:ext uri="{FF2B5EF4-FFF2-40B4-BE49-F238E27FC236}">
                <a16:creationId xmlns:a16="http://schemas.microsoft.com/office/drawing/2014/main" id="{9B27BB56-F787-1478-740A-7BBB062D281E}"/>
              </a:ext>
            </a:extLst>
          </p:cNvPr>
          <p:cNvSpPr>
            <a:spLocks noGrp="1"/>
          </p:cNvSpPr>
          <p:nvPr>
            <p:ph type="dt" sz="half" idx="10"/>
          </p:nvPr>
        </p:nvSpPr>
        <p:spPr/>
        <p:txBody>
          <a:bodyPr/>
          <a:lstStyle/>
          <a:p>
            <a:fld id="{7E530143-BC45-40DA-908E-84B30ACFDA34}" type="datetimeFigureOut">
              <a:rPr lang="en-GB" smtClean="0"/>
              <a:t>02/03/2026</a:t>
            </a:fld>
            <a:endParaRPr lang="en-GB"/>
          </a:p>
        </p:txBody>
      </p:sp>
      <p:sp>
        <p:nvSpPr>
          <p:cNvPr id="5" name="Tijdelijke aanduiding voor voettekst 4">
            <a:extLst>
              <a:ext uri="{FF2B5EF4-FFF2-40B4-BE49-F238E27FC236}">
                <a16:creationId xmlns:a16="http://schemas.microsoft.com/office/drawing/2014/main" id="{68B0C650-7547-6CDA-7895-F4F458E7425D}"/>
              </a:ext>
            </a:extLst>
          </p:cNvPr>
          <p:cNvSpPr>
            <a:spLocks noGrp="1"/>
          </p:cNvSpPr>
          <p:nvPr>
            <p:ph type="ftr" sz="quarter" idx="11"/>
          </p:nvPr>
        </p:nvSpPr>
        <p:spPr/>
        <p:txBody>
          <a:bodyPr/>
          <a:lstStyle/>
          <a:p>
            <a:endParaRPr lang="en-GB"/>
          </a:p>
        </p:txBody>
      </p:sp>
      <p:sp>
        <p:nvSpPr>
          <p:cNvPr id="6" name="Tijdelijke aanduiding voor dianummer 5">
            <a:extLst>
              <a:ext uri="{FF2B5EF4-FFF2-40B4-BE49-F238E27FC236}">
                <a16:creationId xmlns:a16="http://schemas.microsoft.com/office/drawing/2014/main" id="{F359DBC1-9648-272F-CB3F-D93F9D083688}"/>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30507700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Inhoud van twe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5C6A1A1-4D3E-87EE-7F58-EAD6B47989A6}"/>
              </a:ext>
            </a:extLst>
          </p:cNvPr>
          <p:cNvSpPr>
            <a:spLocks noGrp="1"/>
          </p:cNvSpPr>
          <p:nvPr>
            <p:ph type="title"/>
          </p:nvPr>
        </p:nvSpPr>
        <p:spPr/>
        <p:txBody>
          <a:bodyPr/>
          <a:lstStyle/>
          <a:p>
            <a:r>
              <a:rPr lang="nl-NL"/>
              <a:t>Klik om stijl te bewerken</a:t>
            </a:r>
            <a:endParaRPr lang="en-GB"/>
          </a:p>
        </p:txBody>
      </p:sp>
      <p:sp>
        <p:nvSpPr>
          <p:cNvPr id="3" name="Tijdelijke aanduiding voor inhoud 2">
            <a:extLst>
              <a:ext uri="{FF2B5EF4-FFF2-40B4-BE49-F238E27FC236}">
                <a16:creationId xmlns:a16="http://schemas.microsoft.com/office/drawing/2014/main" id="{567C087B-84C2-9ABE-E482-A8EDEF2F53BA}"/>
              </a:ext>
            </a:extLst>
          </p:cNvPr>
          <p:cNvSpPr>
            <a:spLocks noGrp="1"/>
          </p:cNvSpPr>
          <p:nvPr>
            <p:ph sz="half" idx="1"/>
          </p:nvPr>
        </p:nvSpPr>
        <p:spPr>
          <a:xfrm>
            <a:off x="838200" y="1825625"/>
            <a:ext cx="5181600" cy="4351338"/>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4" name="Tijdelijke aanduiding voor inhoud 3">
            <a:extLst>
              <a:ext uri="{FF2B5EF4-FFF2-40B4-BE49-F238E27FC236}">
                <a16:creationId xmlns:a16="http://schemas.microsoft.com/office/drawing/2014/main" id="{361ABC8E-4A6E-C445-D2D7-3588AA598A01}"/>
              </a:ext>
            </a:extLst>
          </p:cNvPr>
          <p:cNvSpPr>
            <a:spLocks noGrp="1"/>
          </p:cNvSpPr>
          <p:nvPr>
            <p:ph sz="half" idx="2"/>
          </p:nvPr>
        </p:nvSpPr>
        <p:spPr>
          <a:xfrm>
            <a:off x="6172200" y="1825625"/>
            <a:ext cx="5181600" cy="4351338"/>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5" name="Tijdelijke aanduiding voor datum 4">
            <a:extLst>
              <a:ext uri="{FF2B5EF4-FFF2-40B4-BE49-F238E27FC236}">
                <a16:creationId xmlns:a16="http://schemas.microsoft.com/office/drawing/2014/main" id="{1ACFD2E0-9353-50D7-ED50-E5871993B799}"/>
              </a:ext>
            </a:extLst>
          </p:cNvPr>
          <p:cNvSpPr>
            <a:spLocks noGrp="1"/>
          </p:cNvSpPr>
          <p:nvPr>
            <p:ph type="dt" sz="half" idx="10"/>
          </p:nvPr>
        </p:nvSpPr>
        <p:spPr/>
        <p:txBody>
          <a:bodyPr/>
          <a:lstStyle/>
          <a:p>
            <a:fld id="{7E530143-BC45-40DA-908E-84B30ACFDA34}" type="datetimeFigureOut">
              <a:rPr lang="en-GB" smtClean="0"/>
              <a:t>02/03/2026</a:t>
            </a:fld>
            <a:endParaRPr lang="en-GB"/>
          </a:p>
        </p:txBody>
      </p:sp>
      <p:sp>
        <p:nvSpPr>
          <p:cNvPr id="6" name="Tijdelijke aanduiding voor voettekst 5">
            <a:extLst>
              <a:ext uri="{FF2B5EF4-FFF2-40B4-BE49-F238E27FC236}">
                <a16:creationId xmlns:a16="http://schemas.microsoft.com/office/drawing/2014/main" id="{F7FAF7E9-FBC5-EF33-49E8-C33B237D8455}"/>
              </a:ext>
            </a:extLst>
          </p:cNvPr>
          <p:cNvSpPr>
            <a:spLocks noGrp="1"/>
          </p:cNvSpPr>
          <p:nvPr>
            <p:ph type="ftr" sz="quarter" idx="11"/>
          </p:nvPr>
        </p:nvSpPr>
        <p:spPr/>
        <p:txBody>
          <a:bodyPr/>
          <a:lstStyle/>
          <a:p>
            <a:endParaRPr lang="en-GB"/>
          </a:p>
        </p:txBody>
      </p:sp>
      <p:sp>
        <p:nvSpPr>
          <p:cNvPr id="7" name="Tijdelijke aanduiding voor dianummer 6">
            <a:extLst>
              <a:ext uri="{FF2B5EF4-FFF2-40B4-BE49-F238E27FC236}">
                <a16:creationId xmlns:a16="http://schemas.microsoft.com/office/drawing/2014/main" id="{A0D954A0-C003-C81D-AE37-AF022FDB7519}"/>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9260347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elijki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C402F75-9E20-C327-C428-FF526D60D257}"/>
              </a:ext>
            </a:extLst>
          </p:cNvPr>
          <p:cNvSpPr>
            <a:spLocks noGrp="1"/>
          </p:cNvSpPr>
          <p:nvPr>
            <p:ph type="title"/>
          </p:nvPr>
        </p:nvSpPr>
        <p:spPr>
          <a:xfrm>
            <a:off x="839788" y="365125"/>
            <a:ext cx="10515600" cy="1325563"/>
          </a:xfrm>
        </p:spPr>
        <p:txBody>
          <a:bodyPr/>
          <a:lstStyle/>
          <a:p>
            <a:r>
              <a:rPr lang="nl-NL"/>
              <a:t>Klik om stijl te bewerken</a:t>
            </a:r>
            <a:endParaRPr lang="en-GB"/>
          </a:p>
        </p:txBody>
      </p:sp>
      <p:sp>
        <p:nvSpPr>
          <p:cNvPr id="3" name="Tijdelijke aanduiding voor tekst 2">
            <a:extLst>
              <a:ext uri="{FF2B5EF4-FFF2-40B4-BE49-F238E27FC236}">
                <a16:creationId xmlns:a16="http://schemas.microsoft.com/office/drawing/2014/main" id="{59E8F906-F175-DA30-BE26-D30FF96ACAE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nl-NL"/>
              <a:t>Klikken om de tekststijl van het model te bewerken</a:t>
            </a:r>
          </a:p>
        </p:txBody>
      </p:sp>
      <p:sp>
        <p:nvSpPr>
          <p:cNvPr id="4" name="Tijdelijke aanduiding voor inhoud 3">
            <a:extLst>
              <a:ext uri="{FF2B5EF4-FFF2-40B4-BE49-F238E27FC236}">
                <a16:creationId xmlns:a16="http://schemas.microsoft.com/office/drawing/2014/main" id="{FB89F477-E643-D4BA-902C-A6C9194AEABC}"/>
              </a:ext>
            </a:extLst>
          </p:cNvPr>
          <p:cNvSpPr>
            <a:spLocks noGrp="1"/>
          </p:cNvSpPr>
          <p:nvPr>
            <p:ph sz="half" idx="2"/>
          </p:nvPr>
        </p:nvSpPr>
        <p:spPr>
          <a:xfrm>
            <a:off x="839788" y="2505075"/>
            <a:ext cx="5157787" cy="3684588"/>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5" name="Tijdelijke aanduiding voor tekst 4">
            <a:extLst>
              <a:ext uri="{FF2B5EF4-FFF2-40B4-BE49-F238E27FC236}">
                <a16:creationId xmlns:a16="http://schemas.microsoft.com/office/drawing/2014/main" id="{710B4855-17DF-ECD3-B4FB-71A4560BD05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nl-NL"/>
              <a:t>Klikken om de tekststijl van het model te bewerken</a:t>
            </a:r>
          </a:p>
        </p:txBody>
      </p:sp>
      <p:sp>
        <p:nvSpPr>
          <p:cNvPr id="6" name="Tijdelijke aanduiding voor inhoud 5">
            <a:extLst>
              <a:ext uri="{FF2B5EF4-FFF2-40B4-BE49-F238E27FC236}">
                <a16:creationId xmlns:a16="http://schemas.microsoft.com/office/drawing/2014/main" id="{9000467E-7E56-1BF2-F008-2472F4500D1A}"/>
              </a:ext>
            </a:extLst>
          </p:cNvPr>
          <p:cNvSpPr>
            <a:spLocks noGrp="1"/>
          </p:cNvSpPr>
          <p:nvPr>
            <p:ph sz="quarter" idx="4"/>
          </p:nvPr>
        </p:nvSpPr>
        <p:spPr>
          <a:xfrm>
            <a:off x="6172200" y="2505075"/>
            <a:ext cx="5183188" cy="3684588"/>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7" name="Tijdelijke aanduiding voor datum 6">
            <a:extLst>
              <a:ext uri="{FF2B5EF4-FFF2-40B4-BE49-F238E27FC236}">
                <a16:creationId xmlns:a16="http://schemas.microsoft.com/office/drawing/2014/main" id="{D2C2E93C-5772-5655-03E3-876C8F573BC1}"/>
              </a:ext>
            </a:extLst>
          </p:cNvPr>
          <p:cNvSpPr>
            <a:spLocks noGrp="1"/>
          </p:cNvSpPr>
          <p:nvPr>
            <p:ph type="dt" sz="half" idx="10"/>
          </p:nvPr>
        </p:nvSpPr>
        <p:spPr/>
        <p:txBody>
          <a:bodyPr/>
          <a:lstStyle/>
          <a:p>
            <a:fld id="{7E530143-BC45-40DA-908E-84B30ACFDA34}" type="datetimeFigureOut">
              <a:rPr lang="en-GB" smtClean="0"/>
              <a:t>02/03/2026</a:t>
            </a:fld>
            <a:endParaRPr lang="en-GB"/>
          </a:p>
        </p:txBody>
      </p:sp>
      <p:sp>
        <p:nvSpPr>
          <p:cNvPr id="8" name="Tijdelijke aanduiding voor voettekst 7">
            <a:extLst>
              <a:ext uri="{FF2B5EF4-FFF2-40B4-BE49-F238E27FC236}">
                <a16:creationId xmlns:a16="http://schemas.microsoft.com/office/drawing/2014/main" id="{B9E5B210-34E7-E1A7-BB90-61D7BD790685}"/>
              </a:ext>
            </a:extLst>
          </p:cNvPr>
          <p:cNvSpPr>
            <a:spLocks noGrp="1"/>
          </p:cNvSpPr>
          <p:nvPr>
            <p:ph type="ftr" sz="quarter" idx="11"/>
          </p:nvPr>
        </p:nvSpPr>
        <p:spPr/>
        <p:txBody>
          <a:bodyPr/>
          <a:lstStyle/>
          <a:p>
            <a:endParaRPr lang="en-GB"/>
          </a:p>
        </p:txBody>
      </p:sp>
      <p:sp>
        <p:nvSpPr>
          <p:cNvPr id="9" name="Tijdelijke aanduiding voor dianummer 8">
            <a:extLst>
              <a:ext uri="{FF2B5EF4-FFF2-40B4-BE49-F238E27FC236}">
                <a16:creationId xmlns:a16="http://schemas.microsoft.com/office/drawing/2014/main" id="{2D4F957F-D5D1-E270-1C9E-FB4A79F20213}"/>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21902921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Alleen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AD782E3-08CA-6EFC-E6DE-1E5A7753BC33}"/>
              </a:ext>
            </a:extLst>
          </p:cNvPr>
          <p:cNvSpPr>
            <a:spLocks noGrp="1"/>
          </p:cNvSpPr>
          <p:nvPr>
            <p:ph type="title"/>
          </p:nvPr>
        </p:nvSpPr>
        <p:spPr/>
        <p:txBody>
          <a:bodyPr/>
          <a:lstStyle/>
          <a:p>
            <a:r>
              <a:rPr lang="nl-NL"/>
              <a:t>Klik om stijl te bewerken</a:t>
            </a:r>
            <a:endParaRPr lang="en-GB"/>
          </a:p>
        </p:txBody>
      </p:sp>
      <p:sp>
        <p:nvSpPr>
          <p:cNvPr id="3" name="Tijdelijke aanduiding voor datum 2">
            <a:extLst>
              <a:ext uri="{FF2B5EF4-FFF2-40B4-BE49-F238E27FC236}">
                <a16:creationId xmlns:a16="http://schemas.microsoft.com/office/drawing/2014/main" id="{B8E3B6EB-38CF-2337-5095-3A507295EB31}"/>
              </a:ext>
            </a:extLst>
          </p:cNvPr>
          <p:cNvSpPr>
            <a:spLocks noGrp="1"/>
          </p:cNvSpPr>
          <p:nvPr>
            <p:ph type="dt" sz="half" idx="10"/>
          </p:nvPr>
        </p:nvSpPr>
        <p:spPr/>
        <p:txBody>
          <a:bodyPr/>
          <a:lstStyle/>
          <a:p>
            <a:fld id="{7E530143-BC45-40DA-908E-84B30ACFDA34}" type="datetimeFigureOut">
              <a:rPr lang="en-GB" smtClean="0"/>
              <a:t>02/03/2026</a:t>
            </a:fld>
            <a:endParaRPr lang="en-GB"/>
          </a:p>
        </p:txBody>
      </p:sp>
      <p:sp>
        <p:nvSpPr>
          <p:cNvPr id="4" name="Tijdelijke aanduiding voor voettekst 3">
            <a:extLst>
              <a:ext uri="{FF2B5EF4-FFF2-40B4-BE49-F238E27FC236}">
                <a16:creationId xmlns:a16="http://schemas.microsoft.com/office/drawing/2014/main" id="{5CCB8DC7-ECA8-EF63-687E-3CCC3D3DBFCD}"/>
              </a:ext>
            </a:extLst>
          </p:cNvPr>
          <p:cNvSpPr>
            <a:spLocks noGrp="1"/>
          </p:cNvSpPr>
          <p:nvPr>
            <p:ph type="ftr" sz="quarter" idx="11"/>
          </p:nvPr>
        </p:nvSpPr>
        <p:spPr/>
        <p:txBody>
          <a:bodyPr/>
          <a:lstStyle/>
          <a:p>
            <a:endParaRPr lang="en-GB"/>
          </a:p>
        </p:txBody>
      </p:sp>
      <p:sp>
        <p:nvSpPr>
          <p:cNvPr id="5" name="Tijdelijke aanduiding voor dianummer 4">
            <a:extLst>
              <a:ext uri="{FF2B5EF4-FFF2-40B4-BE49-F238E27FC236}">
                <a16:creationId xmlns:a16="http://schemas.microsoft.com/office/drawing/2014/main" id="{5D391956-2C59-F5A1-9109-EC7FA86BB91F}"/>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2231873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2" name="Tijdelijke aanduiding voor datum 1">
            <a:extLst>
              <a:ext uri="{FF2B5EF4-FFF2-40B4-BE49-F238E27FC236}">
                <a16:creationId xmlns:a16="http://schemas.microsoft.com/office/drawing/2014/main" id="{323783D8-9356-6E3D-92DC-D2DAD6D7337F}"/>
              </a:ext>
            </a:extLst>
          </p:cNvPr>
          <p:cNvSpPr>
            <a:spLocks noGrp="1"/>
          </p:cNvSpPr>
          <p:nvPr>
            <p:ph type="dt" sz="half" idx="10"/>
          </p:nvPr>
        </p:nvSpPr>
        <p:spPr/>
        <p:txBody>
          <a:bodyPr/>
          <a:lstStyle/>
          <a:p>
            <a:fld id="{7E530143-BC45-40DA-908E-84B30ACFDA34}" type="datetimeFigureOut">
              <a:rPr lang="en-GB" smtClean="0"/>
              <a:t>02/03/2026</a:t>
            </a:fld>
            <a:endParaRPr lang="en-GB"/>
          </a:p>
        </p:txBody>
      </p:sp>
      <p:sp>
        <p:nvSpPr>
          <p:cNvPr id="3" name="Tijdelijke aanduiding voor voettekst 2">
            <a:extLst>
              <a:ext uri="{FF2B5EF4-FFF2-40B4-BE49-F238E27FC236}">
                <a16:creationId xmlns:a16="http://schemas.microsoft.com/office/drawing/2014/main" id="{00300307-1254-85AA-E3C9-37878B8A6D9C}"/>
              </a:ext>
            </a:extLst>
          </p:cNvPr>
          <p:cNvSpPr>
            <a:spLocks noGrp="1"/>
          </p:cNvSpPr>
          <p:nvPr>
            <p:ph type="ftr" sz="quarter" idx="11"/>
          </p:nvPr>
        </p:nvSpPr>
        <p:spPr/>
        <p:txBody>
          <a:bodyPr/>
          <a:lstStyle/>
          <a:p>
            <a:endParaRPr lang="en-GB"/>
          </a:p>
        </p:txBody>
      </p:sp>
      <p:sp>
        <p:nvSpPr>
          <p:cNvPr id="4" name="Tijdelijke aanduiding voor dianummer 3">
            <a:extLst>
              <a:ext uri="{FF2B5EF4-FFF2-40B4-BE49-F238E27FC236}">
                <a16:creationId xmlns:a16="http://schemas.microsoft.com/office/drawing/2014/main" id="{AEB34F05-EFB9-0EF7-5B09-939996C54C70}"/>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124521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oud met bij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2D2E3CE-E21E-D4AF-3B63-A81B85BB1EAF}"/>
              </a:ext>
            </a:extLst>
          </p:cNvPr>
          <p:cNvSpPr>
            <a:spLocks noGrp="1"/>
          </p:cNvSpPr>
          <p:nvPr>
            <p:ph type="title"/>
          </p:nvPr>
        </p:nvSpPr>
        <p:spPr>
          <a:xfrm>
            <a:off x="839788" y="457200"/>
            <a:ext cx="3932237" cy="1600200"/>
          </a:xfrm>
        </p:spPr>
        <p:txBody>
          <a:bodyPr anchor="b"/>
          <a:lstStyle>
            <a:lvl1pPr>
              <a:defRPr sz="3200"/>
            </a:lvl1pPr>
          </a:lstStyle>
          <a:p>
            <a:r>
              <a:rPr lang="nl-NL"/>
              <a:t>Klik om stijl te bewerken</a:t>
            </a:r>
            <a:endParaRPr lang="en-GB"/>
          </a:p>
        </p:txBody>
      </p:sp>
      <p:sp>
        <p:nvSpPr>
          <p:cNvPr id="3" name="Tijdelijke aanduiding voor inhoud 2">
            <a:extLst>
              <a:ext uri="{FF2B5EF4-FFF2-40B4-BE49-F238E27FC236}">
                <a16:creationId xmlns:a16="http://schemas.microsoft.com/office/drawing/2014/main" id="{1B5AD590-843E-B144-87D8-E9EDB651F9C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4" name="Tijdelijke aanduiding voor tekst 3">
            <a:extLst>
              <a:ext uri="{FF2B5EF4-FFF2-40B4-BE49-F238E27FC236}">
                <a16:creationId xmlns:a16="http://schemas.microsoft.com/office/drawing/2014/main" id="{350C058B-43E3-F53B-B710-F0150D78F3F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nl-NL"/>
              <a:t>Klikken om de tekststijl van het model te bewerken</a:t>
            </a:r>
          </a:p>
        </p:txBody>
      </p:sp>
      <p:sp>
        <p:nvSpPr>
          <p:cNvPr id="5" name="Tijdelijke aanduiding voor datum 4">
            <a:extLst>
              <a:ext uri="{FF2B5EF4-FFF2-40B4-BE49-F238E27FC236}">
                <a16:creationId xmlns:a16="http://schemas.microsoft.com/office/drawing/2014/main" id="{D2BA5311-723E-73D7-0247-8747DE5D8189}"/>
              </a:ext>
            </a:extLst>
          </p:cNvPr>
          <p:cNvSpPr>
            <a:spLocks noGrp="1"/>
          </p:cNvSpPr>
          <p:nvPr>
            <p:ph type="dt" sz="half" idx="10"/>
          </p:nvPr>
        </p:nvSpPr>
        <p:spPr/>
        <p:txBody>
          <a:bodyPr/>
          <a:lstStyle/>
          <a:p>
            <a:fld id="{7E530143-BC45-40DA-908E-84B30ACFDA34}" type="datetimeFigureOut">
              <a:rPr lang="en-GB" smtClean="0"/>
              <a:t>02/03/2026</a:t>
            </a:fld>
            <a:endParaRPr lang="en-GB"/>
          </a:p>
        </p:txBody>
      </p:sp>
      <p:sp>
        <p:nvSpPr>
          <p:cNvPr id="6" name="Tijdelijke aanduiding voor voettekst 5">
            <a:extLst>
              <a:ext uri="{FF2B5EF4-FFF2-40B4-BE49-F238E27FC236}">
                <a16:creationId xmlns:a16="http://schemas.microsoft.com/office/drawing/2014/main" id="{80AE9178-2EFC-D734-FEBE-9BCABFDEE600}"/>
              </a:ext>
            </a:extLst>
          </p:cNvPr>
          <p:cNvSpPr>
            <a:spLocks noGrp="1"/>
          </p:cNvSpPr>
          <p:nvPr>
            <p:ph type="ftr" sz="quarter" idx="11"/>
          </p:nvPr>
        </p:nvSpPr>
        <p:spPr/>
        <p:txBody>
          <a:bodyPr/>
          <a:lstStyle/>
          <a:p>
            <a:endParaRPr lang="en-GB"/>
          </a:p>
        </p:txBody>
      </p:sp>
      <p:sp>
        <p:nvSpPr>
          <p:cNvPr id="7" name="Tijdelijke aanduiding voor dianummer 6">
            <a:extLst>
              <a:ext uri="{FF2B5EF4-FFF2-40B4-BE49-F238E27FC236}">
                <a16:creationId xmlns:a16="http://schemas.microsoft.com/office/drawing/2014/main" id="{68D84D54-C5BC-5E3C-CB4A-2E0F2BE691DE}"/>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18185140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Afbeelding met bij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9E73908-81A6-22E0-F48A-21E268FE17B6}"/>
              </a:ext>
            </a:extLst>
          </p:cNvPr>
          <p:cNvSpPr>
            <a:spLocks noGrp="1"/>
          </p:cNvSpPr>
          <p:nvPr>
            <p:ph type="title"/>
          </p:nvPr>
        </p:nvSpPr>
        <p:spPr>
          <a:xfrm>
            <a:off x="839788" y="457200"/>
            <a:ext cx="3932237" cy="1600200"/>
          </a:xfrm>
        </p:spPr>
        <p:txBody>
          <a:bodyPr anchor="b"/>
          <a:lstStyle>
            <a:lvl1pPr>
              <a:defRPr sz="3200"/>
            </a:lvl1pPr>
          </a:lstStyle>
          <a:p>
            <a:r>
              <a:rPr lang="nl-NL"/>
              <a:t>Klik om stijl te bewerken</a:t>
            </a:r>
            <a:endParaRPr lang="en-GB"/>
          </a:p>
        </p:txBody>
      </p:sp>
      <p:sp>
        <p:nvSpPr>
          <p:cNvPr id="3" name="Tijdelijke aanduiding voor afbeelding 2">
            <a:extLst>
              <a:ext uri="{FF2B5EF4-FFF2-40B4-BE49-F238E27FC236}">
                <a16:creationId xmlns:a16="http://schemas.microsoft.com/office/drawing/2014/main" id="{AE12854A-AC61-42FE-A2B5-FB7854AD7FA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ijdelijke aanduiding voor tekst 3">
            <a:extLst>
              <a:ext uri="{FF2B5EF4-FFF2-40B4-BE49-F238E27FC236}">
                <a16:creationId xmlns:a16="http://schemas.microsoft.com/office/drawing/2014/main" id="{C89B8F9D-4332-3447-9191-52DA47CCF7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nl-NL"/>
              <a:t>Klikken om de tekststijl van het model te bewerken</a:t>
            </a:r>
          </a:p>
        </p:txBody>
      </p:sp>
      <p:sp>
        <p:nvSpPr>
          <p:cNvPr id="5" name="Tijdelijke aanduiding voor datum 4">
            <a:extLst>
              <a:ext uri="{FF2B5EF4-FFF2-40B4-BE49-F238E27FC236}">
                <a16:creationId xmlns:a16="http://schemas.microsoft.com/office/drawing/2014/main" id="{58B9ABAF-DCE3-A37C-8284-234D6D85A641}"/>
              </a:ext>
            </a:extLst>
          </p:cNvPr>
          <p:cNvSpPr>
            <a:spLocks noGrp="1"/>
          </p:cNvSpPr>
          <p:nvPr>
            <p:ph type="dt" sz="half" idx="10"/>
          </p:nvPr>
        </p:nvSpPr>
        <p:spPr/>
        <p:txBody>
          <a:bodyPr/>
          <a:lstStyle/>
          <a:p>
            <a:fld id="{7E530143-BC45-40DA-908E-84B30ACFDA34}" type="datetimeFigureOut">
              <a:rPr lang="en-GB" smtClean="0"/>
              <a:t>02/03/2026</a:t>
            </a:fld>
            <a:endParaRPr lang="en-GB"/>
          </a:p>
        </p:txBody>
      </p:sp>
      <p:sp>
        <p:nvSpPr>
          <p:cNvPr id="6" name="Tijdelijke aanduiding voor voettekst 5">
            <a:extLst>
              <a:ext uri="{FF2B5EF4-FFF2-40B4-BE49-F238E27FC236}">
                <a16:creationId xmlns:a16="http://schemas.microsoft.com/office/drawing/2014/main" id="{B735020A-55A8-5AA8-5131-7DFC5798F162}"/>
              </a:ext>
            </a:extLst>
          </p:cNvPr>
          <p:cNvSpPr>
            <a:spLocks noGrp="1"/>
          </p:cNvSpPr>
          <p:nvPr>
            <p:ph type="ftr" sz="quarter" idx="11"/>
          </p:nvPr>
        </p:nvSpPr>
        <p:spPr/>
        <p:txBody>
          <a:bodyPr/>
          <a:lstStyle/>
          <a:p>
            <a:endParaRPr lang="en-GB"/>
          </a:p>
        </p:txBody>
      </p:sp>
      <p:sp>
        <p:nvSpPr>
          <p:cNvPr id="7" name="Tijdelijke aanduiding voor dianummer 6">
            <a:extLst>
              <a:ext uri="{FF2B5EF4-FFF2-40B4-BE49-F238E27FC236}">
                <a16:creationId xmlns:a16="http://schemas.microsoft.com/office/drawing/2014/main" id="{A40BEFC4-88F6-F504-6E7A-DA0BC689032E}"/>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10817455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en verticale teks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0D1785A-A1F8-6C31-D0A2-07D2D5336C0F}"/>
              </a:ext>
            </a:extLst>
          </p:cNvPr>
          <p:cNvSpPr>
            <a:spLocks noGrp="1"/>
          </p:cNvSpPr>
          <p:nvPr>
            <p:ph type="title"/>
          </p:nvPr>
        </p:nvSpPr>
        <p:spPr/>
        <p:txBody>
          <a:bodyPr/>
          <a:lstStyle/>
          <a:p>
            <a:r>
              <a:rPr lang="nl-NL"/>
              <a:t>Klik om stijl te bewerken</a:t>
            </a:r>
            <a:endParaRPr lang="en-GB"/>
          </a:p>
        </p:txBody>
      </p:sp>
      <p:sp>
        <p:nvSpPr>
          <p:cNvPr id="3" name="Tijdelijke aanduiding voor verticale tekst 2">
            <a:extLst>
              <a:ext uri="{FF2B5EF4-FFF2-40B4-BE49-F238E27FC236}">
                <a16:creationId xmlns:a16="http://schemas.microsoft.com/office/drawing/2014/main" id="{45F97C3D-A7D0-924B-F97B-6A78D797261E}"/>
              </a:ext>
            </a:extLst>
          </p:cNvPr>
          <p:cNvSpPr>
            <a:spLocks noGrp="1"/>
          </p:cNvSpPr>
          <p:nvPr>
            <p:ph type="body" orient="vert" idx="1"/>
          </p:nvPr>
        </p:nvSpPr>
        <p:spPr/>
        <p:txBody>
          <a:bodyPr vert="eaVert"/>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4" name="Tijdelijke aanduiding voor datum 3">
            <a:extLst>
              <a:ext uri="{FF2B5EF4-FFF2-40B4-BE49-F238E27FC236}">
                <a16:creationId xmlns:a16="http://schemas.microsoft.com/office/drawing/2014/main" id="{560680C7-7A5B-E3A6-9976-3F1EA0177E2B}"/>
              </a:ext>
            </a:extLst>
          </p:cNvPr>
          <p:cNvSpPr>
            <a:spLocks noGrp="1"/>
          </p:cNvSpPr>
          <p:nvPr>
            <p:ph type="dt" sz="half" idx="10"/>
          </p:nvPr>
        </p:nvSpPr>
        <p:spPr/>
        <p:txBody>
          <a:bodyPr/>
          <a:lstStyle/>
          <a:p>
            <a:fld id="{7E530143-BC45-40DA-908E-84B30ACFDA34}" type="datetimeFigureOut">
              <a:rPr lang="en-GB" smtClean="0"/>
              <a:t>02/03/2026</a:t>
            </a:fld>
            <a:endParaRPr lang="en-GB"/>
          </a:p>
        </p:txBody>
      </p:sp>
      <p:sp>
        <p:nvSpPr>
          <p:cNvPr id="5" name="Tijdelijke aanduiding voor voettekst 4">
            <a:extLst>
              <a:ext uri="{FF2B5EF4-FFF2-40B4-BE49-F238E27FC236}">
                <a16:creationId xmlns:a16="http://schemas.microsoft.com/office/drawing/2014/main" id="{BFD89848-8358-4627-5842-011091765301}"/>
              </a:ext>
            </a:extLst>
          </p:cNvPr>
          <p:cNvSpPr>
            <a:spLocks noGrp="1"/>
          </p:cNvSpPr>
          <p:nvPr>
            <p:ph type="ftr" sz="quarter" idx="11"/>
          </p:nvPr>
        </p:nvSpPr>
        <p:spPr/>
        <p:txBody>
          <a:bodyPr/>
          <a:lstStyle/>
          <a:p>
            <a:endParaRPr lang="en-GB"/>
          </a:p>
        </p:txBody>
      </p:sp>
      <p:sp>
        <p:nvSpPr>
          <p:cNvPr id="6" name="Tijdelijke aanduiding voor dianummer 5">
            <a:extLst>
              <a:ext uri="{FF2B5EF4-FFF2-40B4-BE49-F238E27FC236}">
                <a16:creationId xmlns:a16="http://schemas.microsoft.com/office/drawing/2014/main" id="{C0E739CA-5091-127C-903A-F98E9A82E785}"/>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37050243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e titel en tekst">
    <p:spTree>
      <p:nvGrpSpPr>
        <p:cNvPr id="1" name=""/>
        <p:cNvGrpSpPr/>
        <p:nvPr/>
      </p:nvGrpSpPr>
      <p:grpSpPr>
        <a:xfrm>
          <a:off x="0" y="0"/>
          <a:ext cx="0" cy="0"/>
          <a:chOff x="0" y="0"/>
          <a:chExt cx="0" cy="0"/>
        </a:xfrm>
      </p:grpSpPr>
      <p:sp>
        <p:nvSpPr>
          <p:cNvPr id="2" name="Verticale titel 1">
            <a:extLst>
              <a:ext uri="{FF2B5EF4-FFF2-40B4-BE49-F238E27FC236}">
                <a16:creationId xmlns:a16="http://schemas.microsoft.com/office/drawing/2014/main" id="{7D27C91D-4CA3-1BB6-E010-E508C58460DC}"/>
              </a:ext>
            </a:extLst>
          </p:cNvPr>
          <p:cNvSpPr>
            <a:spLocks noGrp="1"/>
          </p:cNvSpPr>
          <p:nvPr>
            <p:ph type="title" orient="vert"/>
          </p:nvPr>
        </p:nvSpPr>
        <p:spPr>
          <a:xfrm>
            <a:off x="8724900" y="365125"/>
            <a:ext cx="2628900" cy="5811838"/>
          </a:xfrm>
        </p:spPr>
        <p:txBody>
          <a:bodyPr vert="eaVert"/>
          <a:lstStyle/>
          <a:p>
            <a:r>
              <a:rPr lang="nl-NL"/>
              <a:t>Klik om stijl te bewerken</a:t>
            </a:r>
            <a:endParaRPr lang="en-GB"/>
          </a:p>
        </p:txBody>
      </p:sp>
      <p:sp>
        <p:nvSpPr>
          <p:cNvPr id="3" name="Tijdelijke aanduiding voor verticale tekst 2">
            <a:extLst>
              <a:ext uri="{FF2B5EF4-FFF2-40B4-BE49-F238E27FC236}">
                <a16:creationId xmlns:a16="http://schemas.microsoft.com/office/drawing/2014/main" id="{6299A0FB-D898-3B2E-AE2F-48116BB1A783}"/>
              </a:ext>
            </a:extLst>
          </p:cNvPr>
          <p:cNvSpPr>
            <a:spLocks noGrp="1"/>
          </p:cNvSpPr>
          <p:nvPr>
            <p:ph type="body" orient="vert" idx="1"/>
          </p:nvPr>
        </p:nvSpPr>
        <p:spPr>
          <a:xfrm>
            <a:off x="838200" y="365125"/>
            <a:ext cx="7734300" cy="5811838"/>
          </a:xfrm>
        </p:spPr>
        <p:txBody>
          <a:bodyPr vert="eaVert"/>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4" name="Tijdelijke aanduiding voor datum 3">
            <a:extLst>
              <a:ext uri="{FF2B5EF4-FFF2-40B4-BE49-F238E27FC236}">
                <a16:creationId xmlns:a16="http://schemas.microsoft.com/office/drawing/2014/main" id="{DB4F1A33-0324-8304-A98E-2980D38A84AD}"/>
              </a:ext>
            </a:extLst>
          </p:cNvPr>
          <p:cNvSpPr>
            <a:spLocks noGrp="1"/>
          </p:cNvSpPr>
          <p:nvPr>
            <p:ph type="dt" sz="half" idx="10"/>
          </p:nvPr>
        </p:nvSpPr>
        <p:spPr/>
        <p:txBody>
          <a:bodyPr/>
          <a:lstStyle/>
          <a:p>
            <a:fld id="{7E530143-BC45-40DA-908E-84B30ACFDA34}" type="datetimeFigureOut">
              <a:rPr lang="en-GB" smtClean="0"/>
              <a:t>02/03/2026</a:t>
            </a:fld>
            <a:endParaRPr lang="en-GB"/>
          </a:p>
        </p:txBody>
      </p:sp>
      <p:sp>
        <p:nvSpPr>
          <p:cNvPr id="5" name="Tijdelijke aanduiding voor voettekst 4">
            <a:extLst>
              <a:ext uri="{FF2B5EF4-FFF2-40B4-BE49-F238E27FC236}">
                <a16:creationId xmlns:a16="http://schemas.microsoft.com/office/drawing/2014/main" id="{B71CB564-1D21-9149-9229-5B7952787201}"/>
              </a:ext>
            </a:extLst>
          </p:cNvPr>
          <p:cNvSpPr>
            <a:spLocks noGrp="1"/>
          </p:cNvSpPr>
          <p:nvPr>
            <p:ph type="ftr" sz="quarter" idx="11"/>
          </p:nvPr>
        </p:nvSpPr>
        <p:spPr/>
        <p:txBody>
          <a:bodyPr/>
          <a:lstStyle/>
          <a:p>
            <a:endParaRPr lang="en-GB"/>
          </a:p>
        </p:txBody>
      </p:sp>
      <p:sp>
        <p:nvSpPr>
          <p:cNvPr id="6" name="Tijdelijke aanduiding voor dianummer 5">
            <a:extLst>
              <a:ext uri="{FF2B5EF4-FFF2-40B4-BE49-F238E27FC236}">
                <a16:creationId xmlns:a16="http://schemas.microsoft.com/office/drawing/2014/main" id="{8C085909-CB5B-4379-965F-CC884D7E1E56}"/>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355064286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Default">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E93B77DD-25FA-4E00-A89E-457DC2A93CE4}"/>
              </a:ext>
            </a:extLst>
          </p:cNvPr>
          <p:cNvSpPr>
            <a:spLocks noGrp="1"/>
          </p:cNvSpPr>
          <p:nvPr userDrawn="1">
            <p:ph type="title"/>
          </p:nvPr>
        </p:nvSpPr>
        <p:spPr>
          <a:xfrm>
            <a:off x="490538" y="629113"/>
            <a:ext cx="10885673" cy="360099"/>
          </a:xfrm>
          <a:prstGeom prst="rect">
            <a:avLst/>
          </a:prstGeom>
        </p:spPr>
        <p:txBody>
          <a:bodyPr wrap="square" lIns="0" tIns="0" rIns="0" bIns="0" anchor="t" anchorCtr="0">
            <a:noAutofit/>
          </a:bodyPr>
          <a:lstStyle>
            <a:lvl1pPr>
              <a:spcBef>
                <a:spcPts val="900"/>
              </a:spcBef>
              <a:defRPr sz="2300" b="1">
                <a:solidFill>
                  <a:schemeClr val="tx1"/>
                </a:solidFill>
                <a:latin typeface="DM Sans Medium" pitchFamily="2" charset="0"/>
                <a:cs typeface="Arial" panose="020B0604020202020204" pitchFamily="34" charset="0"/>
              </a:defRPr>
            </a:lvl1pPr>
          </a:lstStyle>
          <a:p>
            <a:r>
              <a:rPr lang="en-US"/>
              <a:t>Click to edit Master title style</a:t>
            </a:r>
          </a:p>
        </p:txBody>
      </p:sp>
      <p:sp>
        <p:nvSpPr>
          <p:cNvPr id="5" name="Slide Number Placeholder 5">
            <a:extLst>
              <a:ext uri="{FF2B5EF4-FFF2-40B4-BE49-F238E27FC236}">
                <a16:creationId xmlns:a16="http://schemas.microsoft.com/office/drawing/2014/main" id="{E5DF3227-37E5-4EC6-921E-BA24D2499B7C}"/>
              </a:ext>
            </a:extLst>
          </p:cNvPr>
          <p:cNvSpPr txBox="1">
            <a:spLocks/>
          </p:cNvSpPr>
          <p:nvPr userDrawn="1"/>
        </p:nvSpPr>
        <p:spPr>
          <a:xfrm>
            <a:off x="11631612" y="6504793"/>
            <a:ext cx="465139" cy="153888"/>
          </a:xfrm>
          <a:prstGeom prst="rect">
            <a:avLst/>
          </a:prstGeom>
          <a:noFill/>
          <a:ln w="9525">
            <a:noFill/>
            <a:miter lim="800000"/>
            <a:headEnd/>
            <a:tailEnd/>
          </a:ln>
          <a:effectLst/>
        </p:spPr>
        <p:txBody>
          <a:bodyPr wrap="square" lIns="0" tIns="0" rIns="0" bIns="0">
            <a:spAutoFit/>
          </a:bodyPr>
          <a:lstStyle>
            <a:defPPr>
              <a:defRPr lang="en-US"/>
            </a:defPPr>
            <a:lvl1pPr marR="0" indent="0" fontAlgn="auto">
              <a:lnSpc>
                <a:spcPct val="100000"/>
              </a:lnSpc>
              <a:spcBef>
                <a:spcPts val="0"/>
              </a:spcBef>
              <a:spcAft>
                <a:spcPts val="0"/>
              </a:spcAft>
              <a:buClrTx/>
              <a:buSzTx/>
              <a:buFontTx/>
              <a:buNone/>
              <a:tabLst/>
              <a:defRPr sz="800">
                <a:solidFill>
                  <a:schemeClr val="tx1">
                    <a:lumMod val="65000"/>
                    <a:lumOff val="35000"/>
                  </a:schemeClr>
                </a:solidFill>
              </a:defRPr>
            </a:lvl1pPr>
            <a:lvl2pPr marL="342946" algn="l" defTabSz="685891" rtl="0" eaLnBrk="1" latinLnBrk="0" hangingPunct="1">
              <a:defRPr sz="1400" kern="1200">
                <a:solidFill>
                  <a:schemeClr val="tx1"/>
                </a:solidFill>
                <a:latin typeface="+mn-lt"/>
                <a:ea typeface="+mn-ea"/>
                <a:cs typeface="+mn-cs"/>
              </a:defRPr>
            </a:lvl2pPr>
            <a:lvl3pPr marL="685891" algn="l" defTabSz="685891" rtl="0" eaLnBrk="1" latinLnBrk="0" hangingPunct="1">
              <a:defRPr sz="1400" kern="1200">
                <a:solidFill>
                  <a:schemeClr val="tx1"/>
                </a:solidFill>
                <a:latin typeface="+mn-lt"/>
                <a:ea typeface="+mn-ea"/>
                <a:cs typeface="+mn-cs"/>
              </a:defRPr>
            </a:lvl3pPr>
            <a:lvl4pPr marL="1028837" algn="l" defTabSz="685891" rtl="0" eaLnBrk="1" latinLnBrk="0" hangingPunct="1">
              <a:defRPr sz="1400" kern="1200">
                <a:solidFill>
                  <a:schemeClr val="tx1"/>
                </a:solidFill>
                <a:latin typeface="+mn-lt"/>
                <a:ea typeface="+mn-ea"/>
                <a:cs typeface="+mn-cs"/>
              </a:defRPr>
            </a:lvl4pPr>
            <a:lvl5pPr marL="1371783" algn="l" defTabSz="685891" rtl="0" eaLnBrk="1" latinLnBrk="0" hangingPunct="1">
              <a:defRPr sz="1400" kern="1200">
                <a:solidFill>
                  <a:schemeClr val="tx1"/>
                </a:solidFill>
                <a:latin typeface="+mn-lt"/>
                <a:ea typeface="+mn-ea"/>
                <a:cs typeface="+mn-cs"/>
              </a:defRPr>
            </a:lvl5pPr>
            <a:lvl6pPr marL="1714729" algn="l" defTabSz="685891" rtl="0" eaLnBrk="1" latinLnBrk="0" hangingPunct="1">
              <a:defRPr sz="1400" kern="1200">
                <a:solidFill>
                  <a:schemeClr val="tx1"/>
                </a:solidFill>
                <a:latin typeface="+mn-lt"/>
                <a:ea typeface="+mn-ea"/>
                <a:cs typeface="+mn-cs"/>
              </a:defRPr>
            </a:lvl6pPr>
            <a:lvl7pPr marL="2057674" algn="l" defTabSz="685891" rtl="0" eaLnBrk="1" latinLnBrk="0" hangingPunct="1">
              <a:defRPr sz="1400" kern="1200">
                <a:solidFill>
                  <a:schemeClr val="tx1"/>
                </a:solidFill>
                <a:latin typeface="+mn-lt"/>
                <a:ea typeface="+mn-ea"/>
                <a:cs typeface="+mn-cs"/>
              </a:defRPr>
            </a:lvl7pPr>
            <a:lvl8pPr marL="2400620" algn="l" defTabSz="685891" rtl="0" eaLnBrk="1" latinLnBrk="0" hangingPunct="1">
              <a:defRPr sz="1400" kern="1200">
                <a:solidFill>
                  <a:schemeClr val="tx1"/>
                </a:solidFill>
                <a:latin typeface="+mn-lt"/>
                <a:ea typeface="+mn-ea"/>
                <a:cs typeface="+mn-cs"/>
              </a:defRPr>
            </a:lvl8pPr>
            <a:lvl9pPr marL="2743566" algn="l" defTabSz="685891" rtl="0" eaLnBrk="1" latinLnBrk="0" hangingPunct="1">
              <a:defRPr sz="1400" kern="1200">
                <a:solidFill>
                  <a:schemeClr val="tx1"/>
                </a:solidFill>
                <a:latin typeface="+mn-lt"/>
                <a:ea typeface="+mn-ea"/>
                <a:cs typeface="+mn-cs"/>
              </a:defRPr>
            </a:lvl9pPr>
          </a:lstStyle>
          <a:p>
            <a:pPr lvl="0"/>
            <a:fld id="{39601925-951F-4EA8-91E5-A517312BFAAA}" type="slidenum">
              <a:rPr lang="en-US" sz="1000" smtClean="0">
                <a:solidFill>
                  <a:schemeClr val="tx1">
                    <a:lumMod val="50000"/>
                    <a:lumOff val="50000"/>
                  </a:schemeClr>
                </a:solidFill>
                <a:latin typeface="DM Sans" pitchFamily="2" charset="0"/>
              </a:rPr>
              <a:pPr lvl="0"/>
              <a:t>‹nr.›</a:t>
            </a:fld>
            <a:endParaRPr lang="en-US" sz="1000">
              <a:solidFill>
                <a:schemeClr val="tx1">
                  <a:lumMod val="50000"/>
                  <a:lumOff val="50000"/>
                </a:schemeClr>
              </a:solidFill>
              <a:latin typeface="DM Sans" pitchFamily="2" charset="0"/>
            </a:endParaRPr>
          </a:p>
        </p:txBody>
      </p:sp>
      <p:sp>
        <p:nvSpPr>
          <p:cNvPr id="10" name="Text Placeholder 9">
            <a:extLst>
              <a:ext uri="{FF2B5EF4-FFF2-40B4-BE49-F238E27FC236}">
                <a16:creationId xmlns:a16="http://schemas.microsoft.com/office/drawing/2014/main" id="{79A11930-A700-37D0-B620-DB9AEEA1B21E}"/>
              </a:ext>
            </a:extLst>
          </p:cNvPr>
          <p:cNvSpPr>
            <a:spLocks noGrp="1"/>
          </p:cNvSpPr>
          <p:nvPr>
            <p:ph type="body" sz="quarter" idx="10" hasCustomPrompt="1"/>
          </p:nvPr>
        </p:nvSpPr>
        <p:spPr>
          <a:xfrm>
            <a:off x="490538" y="360564"/>
            <a:ext cx="5605462" cy="168636"/>
          </a:xfrm>
        </p:spPr>
        <p:txBody>
          <a:bodyPr wrap="square" lIns="0" tIns="0" rIns="0" bIns="0">
            <a:spAutoFit/>
          </a:bodyPr>
          <a:lstStyle>
            <a:lvl1pPr marL="0" indent="0">
              <a:spcBef>
                <a:spcPts val="900"/>
              </a:spcBef>
              <a:buNone/>
              <a:defRPr sz="1200" b="1">
                <a:solidFill>
                  <a:schemeClr val="tx1"/>
                </a:solidFill>
                <a:latin typeface="DM Sans" pitchFamily="2" charset="0"/>
              </a:defRPr>
            </a:lvl1pPr>
          </a:lstStyle>
          <a:p>
            <a:pPr lvl="0"/>
            <a:r>
              <a:rPr lang="en-US"/>
              <a:t>SLIDE CAPTION</a:t>
            </a:r>
            <a:endParaRPr lang="LID4096"/>
          </a:p>
        </p:txBody>
      </p:sp>
      <p:sp>
        <p:nvSpPr>
          <p:cNvPr id="13" name="Text Placeholder 12">
            <a:extLst>
              <a:ext uri="{FF2B5EF4-FFF2-40B4-BE49-F238E27FC236}">
                <a16:creationId xmlns:a16="http://schemas.microsoft.com/office/drawing/2014/main" id="{6805338A-4C90-581A-7AC2-B2531739DA19}"/>
              </a:ext>
            </a:extLst>
          </p:cNvPr>
          <p:cNvSpPr>
            <a:spLocks noGrp="1"/>
          </p:cNvSpPr>
          <p:nvPr>
            <p:ph type="body" sz="quarter" idx="11"/>
          </p:nvPr>
        </p:nvSpPr>
        <p:spPr>
          <a:xfrm>
            <a:off x="479424" y="2060575"/>
            <a:ext cx="11593513" cy="1237005"/>
          </a:xfrm>
        </p:spPr>
        <p:txBody>
          <a:bodyPr>
            <a:spAutoFit/>
          </a:bodyPr>
          <a:lstStyle>
            <a:lvl1pPr>
              <a:defRPr sz="1400">
                <a:latin typeface="DM Sans" pitchFamily="2" charset="0"/>
              </a:defRPr>
            </a:lvl1pPr>
            <a:lvl2pPr>
              <a:defRPr sz="1400">
                <a:latin typeface="DM Sans" pitchFamily="2" charset="0"/>
              </a:defRPr>
            </a:lvl2pPr>
            <a:lvl3pPr>
              <a:defRPr sz="1400">
                <a:latin typeface="DM Sans" pitchFamily="2" charset="0"/>
              </a:defRPr>
            </a:lvl3pPr>
            <a:lvl4pPr>
              <a:defRPr sz="1400">
                <a:latin typeface="DM Sans" pitchFamily="2" charset="0"/>
              </a:defRPr>
            </a:lvl4pPr>
            <a:lvl5pPr>
              <a:defRPr sz="1400">
                <a:latin typeface="DM Sans" pitchFamily="2"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Tree>
    <p:extLst>
      <p:ext uri="{BB962C8B-B14F-4D97-AF65-F5344CB8AC3E}">
        <p14:creationId xmlns:p14="http://schemas.microsoft.com/office/powerpoint/2010/main" val="2754583172"/>
      </p:ext>
    </p:extLst>
  </p:cSld>
  <p:clrMapOvr>
    <a:masterClrMapping/>
  </p:clrMapOvr>
  <p:extLst>
    <p:ext uri="{DCECCB84-F9BA-43D5-87BE-67443E8EF086}">
      <p15:sldGuideLst xmlns:p15="http://schemas.microsoft.com/office/powerpoint/2012/main">
        <p15:guide id="1" orient="horz" pos="389">
          <p15:clr>
            <a:srgbClr val="FBAE40"/>
          </p15:clr>
        </p15:guide>
        <p15:guide id="2" pos="3840">
          <p15:clr>
            <a:srgbClr val="FBAE40"/>
          </p15:clr>
        </p15:guide>
        <p15:guide id="3" orient="horz" pos="1298">
          <p15:clr>
            <a:srgbClr val="FBAE40"/>
          </p15:clr>
        </p15:guide>
        <p15:guide id="4" pos="309">
          <p15:clr>
            <a:srgbClr val="FBAE40"/>
          </p15:clr>
        </p15:guide>
        <p15:guide id="5" pos="7605">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titel 1">
            <a:extLst>
              <a:ext uri="{FF2B5EF4-FFF2-40B4-BE49-F238E27FC236}">
                <a16:creationId xmlns:a16="http://schemas.microsoft.com/office/drawing/2014/main" id="{57C13288-64D5-C2BB-27A3-C8D49F88D95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nl-NL"/>
              <a:t>Klik om stijl te bewerken</a:t>
            </a:r>
            <a:endParaRPr lang="en-GB"/>
          </a:p>
        </p:txBody>
      </p:sp>
      <p:sp>
        <p:nvSpPr>
          <p:cNvPr id="3" name="Tijdelijke aanduiding voor tekst 2">
            <a:extLst>
              <a:ext uri="{FF2B5EF4-FFF2-40B4-BE49-F238E27FC236}">
                <a16:creationId xmlns:a16="http://schemas.microsoft.com/office/drawing/2014/main" id="{631B50BE-CABC-7CFE-BCB2-7BC067593A6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4" name="Tijdelijke aanduiding voor datum 3">
            <a:extLst>
              <a:ext uri="{FF2B5EF4-FFF2-40B4-BE49-F238E27FC236}">
                <a16:creationId xmlns:a16="http://schemas.microsoft.com/office/drawing/2014/main" id="{18BE55C4-D64D-B57A-BD11-0C43F9056A1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E530143-BC45-40DA-908E-84B30ACFDA34}" type="datetimeFigureOut">
              <a:rPr lang="en-GB" smtClean="0"/>
              <a:t>02/03/2026</a:t>
            </a:fld>
            <a:endParaRPr lang="en-GB"/>
          </a:p>
        </p:txBody>
      </p:sp>
      <p:sp>
        <p:nvSpPr>
          <p:cNvPr id="5" name="Tijdelijke aanduiding voor voettekst 4">
            <a:extLst>
              <a:ext uri="{FF2B5EF4-FFF2-40B4-BE49-F238E27FC236}">
                <a16:creationId xmlns:a16="http://schemas.microsoft.com/office/drawing/2014/main" id="{B5F86E71-4578-4DD3-C38E-F50B116D2CD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Tijdelijke aanduiding voor dianummer 5">
            <a:extLst>
              <a:ext uri="{FF2B5EF4-FFF2-40B4-BE49-F238E27FC236}">
                <a16:creationId xmlns:a16="http://schemas.microsoft.com/office/drawing/2014/main" id="{367409F3-4F53-F682-48E1-62439966E2F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CB8A5CA-36E4-466B-BFAD-60F492F39702}" type="slidenum">
              <a:rPr lang="en-GB" smtClean="0"/>
              <a:t>‹nr.›</a:t>
            </a:fld>
            <a:endParaRPr lang="en-GB"/>
          </a:p>
        </p:txBody>
      </p:sp>
    </p:spTree>
    <p:extLst>
      <p:ext uri="{BB962C8B-B14F-4D97-AF65-F5344CB8AC3E}">
        <p14:creationId xmlns:p14="http://schemas.microsoft.com/office/powerpoint/2010/main" val="121823519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EB92B7-EBBB-29B1-D2DF-A9F3C5FCA28C}"/>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3435802E-CA5A-8ED3-1E31-A1B56D91934B}"/>
              </a:ext>
            </a:extLst>
          </p:cNvPr>
          <p:cNvSpPr>
            <a:spLocks noGrp="1"/>
          </p:cNvSpPr>
          <p:nvPr>
            <p:ph type="title"/>
          </p:nvPr>
        </p:nvSpPr>
        <p:spPr/>
        <p:txBody>
          <a:bodyPr>
            <a:normAutofit/>
          </a:bodyPr>
          <a:lstStyle/>
          <a:p>
            <a:r>
              <a:rPr lang="en-GB" noProof="0" dirty="0"/>
              <a:t>Book cover</a:t>
            </a:r>
          </a:p>
        </p:txBody>
      </p:sp>
      <p:sp>
        <p:nvSpPr>
          <p:cNvPr id="4" name="Text Placeholder 3">
            <a:extLst>
              <a:ext uri="{FF2B5EF4-FFF2-40B4-BE49-F238E27FC236}">
                <a16:creationId xmlns:a16="http://schemas.microsoft.com/office/drawing/2014/main" id="{FB27AA5F-D60F-AD07-0D15-90F766B21BF7}"/>
              </a:ext>
            </a:extLst>
          </p:cNvPr>
          <p:cNvSpPr>
            <a:spLocks noGrp="1"/>
          </p:cNvSpPr>
          <p:nvPr>
            <p:ph type="body" sz="quarter" idx="10"/>
          </p:nvPr>
        </p:nvSpPr>
        <p:spPr/>
        <p:txBody>
          <a:bodyPr/>
          <a:lstStyle/>
          <a:p>
            <a:r>
              <a:rPr lang="en-GB" noProof="0" dirty="0"/>
              <a:t>The Agentic Organisation</a:t>
            </a:r>
          </a:p>
        </p:txBody>
      </p:sp>
      <p:grpSp>
        <p:nvGrpSpPr>
          <p:cNvPr id="23" name="Groep 22">
            <a:extLst>
              <a:ext uri="{FF2B5EF4-FFF2-40B4-BE49-F238E27FC236}">
                <a16:creationId xmlns:a16="http://schemas.microsoft.com/office/drawing/2014/main" id="{596BD645-1AB1-41FE-0051-E25978BF5943}"/>
              </a:ext>
            </a:extLst>
          </p:cNvPr>
          <p:cNvGrpSpPr/>
          <p:nvPr/>
        </p:nvGrpSpPr>
        <p:grpSpPr>
          <a:xfrm>
            <a:off x="504690" y="1363851"/>
            <a:ext cx="2903284" cy="4366456"/>
            <a:chOff x="504690" y="1363851"/>
            <a:chExt cx="2903284" cy="4366456"/>
          </a:xfrm>
        </p:grpSpPr>
        <p:pic>
          <p:nvPicPr>
            <p:cNvPr id="13" name="Afbeelding 12" descr="Afbeelding met schoeisel, kleding, person, persoon&#10;&#10;Door AI gegenereerde inhoud is mogelijk onjuist.">
              <a:extLst>
                <a:ext uri="{FF2B5EF4-FFF2-40B4-BE49-F238E27FC236}">
                  <a16:creationId xmlns:a16="http://schemas.microsoft.com/office/drawing/2014/main" id="{75635218-0CFB-8E81-E7CF-CABD807E564C}"/>
                </a:ext>
              </a:extLst>
            </p:cNvPr>
            <p:cNvPicPr>
              <a:picLocks noChangeAspect="1"/>
            </p:cNvPicPr>
            <p:nvPr/>
          </p:nvPicPr>
          <p:blipFill>
            <a:blip r:embed="rId3">
              <a:extLst>
                <a:ext uri="{28A0092B-C50C-407E-A947-70E740481C1C}">
                  <a14:useLocalDpi xmlns:a14="http://schemas.microsoft.com/office/drawing/2010/main" val="0"/>
                </a:ext>
              </a:extLst>
            </a:blip>
            <a:srcRect b="6542"/>
            <a:stretch>
              <a:fillRect/>
            </a:stretch>
          </p:blipFill>
          <p:spPr>
            <a:xfrm>
              <a:off x="504690" y="1660285"/>
              <a:ext cx="2903284" cy="4070022"/>
            </a:xfrm>
            <a:prstGeom prst="rect">
              <a:avLst/>
            </a:prstGeom>
          </p:spPr>
        </p:pic>
        <p:pic>
          <p:nvPicPr>
            <p:cNvPr id="15" name="Afbeelding 14" descr="Afbeelding met schoeisel, kleding, person, persoon&#10;&#10;Door AI gegenereerde inhoud is mogelijk onjuist.">
              <a:extLst>
                <a:ext uri="{FF2B5EF4-FFF2-40B4-BE49-F238E27FC236}">
                  <a16:creationId xmlns:a16="http://schemas.microsoft.com/office/drawing/2014/main" id="{21EA633D-6C0C-D79D-E3F5-6AFBAD3059CC}"/>
                </a:ext>
              </a:extLst>
            </p:cNvPr>
            <p:cNvPicPr>
              <a:picLocks noChangeAspect="1"/>
            </p:cNvPicPr>
            <p:nvPr/>
          </p:nvPicPr>
          <p:blipFill>
            <a:blip r:embed="rId3">
              <a:extLst>
                <a:ext uri="{28A0092B-C50C-407E-A947-70E740481C1C}">
                  <a14:useLocalDpi xmlns:a14="http://schemas.microsoft.com/office/drawing/2010/main" val="0"/>
                </a:ext>
              </a:extLst>
            </a:blip>
            <a:srcRect b="81202"/>
            <a:stretch>
              <a:fillRect/>
            </a:stretch>
          </p:blipFill>
          <p:spPr>
            <a:xfrm>
              <a:off x="504690" y="1363851"/>
              <a:ext cx="2903284" cy="1115077"/>
            </a:xfrm>
            <a:prstGeom prst="rect">
              <a:avLst/>
            </a:prstGeom>
          </p:spPr>
        </p:pic>
        <p:sp>
          <p:nvSpPr>
            <p:cNvPr id="17" name="Tekstvak 16">
              <a:extLst>
                <a:ext uri="{FF2B5EF4-FFF2-40B4-BE49-F238E27FC236}">
                  <a16:creationId xmlns:a16="http://schemas.microsoft.com/office/drawing/2014/main" id="{BD3136CB-B208-EEC4-C8EC-1A85C00ECD75}"/>
                </a:ext>
              </a:extLst>
            </p:cNvPr>
            <p:cNvSpPr txBox="1"/>
            <p:nvPr/>
          </p:nvSpPr>
          <p:spPr>
            <a:xfrm>
              <a:off x="1180712" y="1425214"/>
              <a:ext cx="1551240" cy="230832"/>
            </a:xfrm>
            <a:prstGeom prst="rect">
              <a:avLst/>
            </a:prstGeom>
            <a:noFill/>
            <a:effectLst/>
          </p:spPr>
          <p:txBody>
            <a:bodyPr wrap="square" rtlCol="0">
              <a:spAutoFit/>
            </a:bodyPr>
            <a:lstStyle/>
            <a:p>
              <a:pPr algn="ctr"/>
              <a:r>
                <a:rPr lang="en-GB" sz="900" noProof="0" dirty="0">
                  <a:solidFill>
                    <a:srgbClr val="4B5B6B"/>
                  </a:solidFill>
                  <a:latin typeface="Montserrat" pitchFamily="2" charset="0"/>
                  <a:cs typeface="Segoe UI" panose="020B0502040204020203" pitchFamily="34" charset="0"/>
                </a:rPr>
                <a:t>EUROPEAN EDITION</a:t>
              </a:r>
            </a:p>
          </p:txBody>
        </p:sp>
        <p:sp>
          <p:nvSpPr>
            <p:cNvPr id="6" name="Tekstvak 5">
              <a:extLst>
                <a:ext uri="{FF2B5EF4-FFF2-40B4-BE49-F238E27FC236}">
                  <a16:creationId xmlns:a16="http://schemas.microsoft.com/office/drawing/2014/main" id="{011CADC5-0494-041A-23A1-8C77774988E9}"/>
                </a:ext>
              </a:extLst>
            </p:cNvPr>
            <p:cNvSpPr txBox="1"/>
            <p:nvPr/>
          </p:nvSpPr>
          <p:spPr>
            <a:xfrm>
              <a:off x="504690" y="1659729"/>
              <a:ext cx="2874980" cy="819199"/>
            </a:xfrm>
            <a:prstGeom prst="rect">
              <a:avLst/>
            </a:prstGeom>
            <a:noFill/>
            <a:effectLst/>
          </p:spPr>
          <p:txBody>
            <a:bodyPr wrap="square" rtlCol="0">
              <a:spAutoFit/>
            </a:bodyPr>
            <a:lstStyle/>
            <a:p>
              <a:pPr algn="ctr">
                <a:lnSpc>
                  <a:spcPts val="2900"/>
                </a:lnSpc>
              </a:pPr>
              <a:r>
                <a:rPr lang="en-GB" sz="2400" b="1" noProof="0" dirty="0">
                  <a:solidFill>
                    <a:srgbClr val="4B5B6B"/>
                  </a:solidFill>
                  <a:latin typeface="Montserrat" pitchFamily="2" charset="0"/>
                </a:rPr>
                <a:t>THE AGENTIC ORGANISATION</a:t>
              </a:r>
            </a:p>
          </p:txBody>
        </p:sp>
        <p:sp>
          <p:nvSpPr>
            <p:cNvPr id="7" name="Tekstvak 6">
              <a:extLst>
                <a:ext uri="{FF2B5EF4-FFF2-40B4-BE49-F238E27FC236}">
                  <a16:creationId xmlns:a16="http://schemas.microsoft.com/office/drawing/2014/main" id="{2DE3A319-CEAC-921D-D6E0-4F2919039E15}"/>
                </a:ext>
              </a:extLst>
            </p:cNvPr>
            <p:cNvSpPr txBox="1"/>
            <p:nvPr/>
          </p:nvSpPr>
          <p:spPr>
            <a:xfrm>
              <a:off x="781496" y="2382976"/>
              <a:ext cx="2321368" cy="215444"/>
            </a:xfrm>
            <a:prstGeom prst="rect">
              <a:avLst/>
            </a:prstGeom>
            <a:noFill/>
            <a:effectLst/>
          </p:spPr>
          <p:txBody>
            <a:bodyPr wrap="square" rtlCol="0">
              <a:spAutoFit/>
            </a:bodyPr>
            <a:lstStyle/>
            <a:p>
              <a:pPr algn="ctr"/>
              <a:r>
                <a:rPr lang="en-GB" sz="800" noProof="0" dirty="0">
                  <a:solidFill>
                    <a:srgbClr val="4B5B6B"/>
                  </a:solidFill>
                  <a:latin typeface="Montserrat" pitchFamily="2" charset="0"/>
                  <a:cs typeface="Segoe UI" panose="020B0502040204020203" pitchFamily="34" charset="0"/>
                </a:rPr>
                <a:t>A complete guide for AI transformations</a:t>
              </a:r>
            </a:p>
          </p:txBody>
        </p:sp>
        <p:sp>
          <p:nvSpPr>
            <p:cNvPr id="2" name="Tekstvak 1">
              <a:extLst>
                <a:ext uri="{FF2B5EF4-FFF2-40B4-BE49-F238E27FC236}">
                  <a16:creationId xmlns:a16="http://schemas.microsoft.com/office/drawing/2014/main" id="{7A35202E-6D93-F357-54FA-5F2F03585E0B}"/>
                </a:ext>
              </a:extLst>
            </p:cNvPr>
            <p:cNvSpPr txBox="1"/>
            <p:nvPr/>
          </p:nvSpPr>
          <p:spPr>
            <a:xfrm>
              <a:off x="1303223" y="5212922"/>
              <a:ext cx="1277914" cy="246221"/>
            </a:xfrm>
            <a:prstGeom prst="rect">
              <a:avLst/>
            </a:prstGeom>
            <a:noFill/>
            <a:effectLst>
              <a:outerShdw blurRad="12700" dist="12700" dir="2700000" algn="tl" rotWithShape="0">
                <a:prstClr val="black">
                  <a:alpha val="16000"/>
                </a:prstClr>
              </a:outerShdw>
            </a:effectLst>
          </p:spPr>
          <p:txBody>
            <a:bodyPr wrap="none" rtlCol="0">
              <a:spAutoFit/>
            </a:bodyPr>
            <a:lstStyle/>
            <a:p>
              <a:pPr algn="ctr"/>
              <a:r>
                <a:rPr lang="en-GB" sz="1000" noProof="0" dirty="0">
                  <a:solidFill>
                    <a:schemeClr val="bg1"/>
                  </a:solidFill>
                  <a:latin typeface="Garamond" panose="02020404030301010803" pitchFamily="18" charset="0"/>
                </a:rPr>
                <a:t>Stephan Hartgers-Rus</a:t>
              </a:r>
            </a:p>
          </p:txBody>
        </p:sp>
        <p:cxnSp>
          <p:nvCxnSpPr>
            <p:cNvPr id="19" name="Rechte verbindingslijn 18">
              <a:extLst>
                <a:ext uri="{FF2B5EF4-FFF2-40B4-BE49-F238E27FC236}">
                  <a16:creationId xmlns:a16="http://schemas.microsoft.com/office/drawing/2014/main" id="{470AE056-79E6-D9CB-0292-0A0450D0EEF2}"/>
                </a:ext>
              </a:extLst>
            </p:cNvPr>
            <p:cNvCxnSpPr>
              <a:cxnSpLocks/>
            </p:cNvCxnSpPr>
            <p:nvPr/>
          </p:nvCxnSpPr>
          <p:spPr>
            <a:xfrm>
              <a:off x="1367790" y="1612104"/>
              <a:ext cx="1175385" cy="0"/>
            </a:xfrm>
            <a:prstGeom prst="line">
              <a:avLst/>
            </a:prstGeom>
            <a:ln w="6350">
              <a:solidFill>
                <a:srgbClr val="4B5B6B"/>
              </a:solidFill>
            </a:ln>
          </p:spPr>
          <p:style>
            <a:lnRef idx="2">
              <a:schemeClr val="accent1"/>
            </a:lnRef>
            <a:fillRef idx="0">
              <a:schemeClr val="accent1"/>
            </a:fillRef>
            <a:effectRef idx="1">
              <a:schemeClr val="accent1"/>
            </a:effectRef>
            <a:fontRef idx="minor">
              <a:schemeClr val="tx1"/>
            </a:fontRef>
          </p:style>
        </p:cxnSp>
      </p:grpSp>
      <p:sp>
        <p:nvSpPr>
          <p:cNvPr id="5" name="Tekstvak 4">
            <a:extLst>
              <a:ext uri="{FF2B5EF4-FFF2-40B4-BE49-F238E27FC236}">
                <a16:creationId xmlns:a16="http://schemas.microsoft.com/office/drawing/2014/main" id="{A198950B-7018-C32F-4ABF-0187AC70BE2A}"/>
              </a:ext>
            </a:extLst>
          </p:cNvPr>
          <p:cNvSpPr txBox="1"/>
          <p:nvPr/>
        </p:nvSpPr>
        <p:spPr>
          <a:xfrm>
            <a:off x="4169500" y="1540630"/>
            <a:ext cx="7206711" cy="954107"/>
          </a:xfrm>
          <a:prstGeom prst="rect">
            <a:avLst/>
          </a:prstGeom>
          <a:noFill/>
        </p:spPr>
        <p:txBody>
          <a:bodyPr wrap="square" rtlCol="0">
            <a:spAutoFit/>
          </a:bodyPr>
          <a:lstStyle/>
          <a:p>
            <a:r>
              <a:rPr lang="en-GB" sz="1400" dirty="0">
                <a:latin typeface="Garamond" panose="02020404030301010803" pitchFamily="18" charset="0"/>
              </a:rPr>
              <a:t>European businesses are dangerously underprepared for the largest paradigm shift since the industrial revolution. This book is the definitive guide to AI transformation—a practical guidebook for CEOs and leadership teams to benefit from the opportunities AI provides, set in the European context.</a:t>
            </a:r>
          </a:p>
          <a:p>
            <a:endParaRPr lang="en-GB" sz="1400" dirty="0">
              <a:latin typeface="Garamond" panose="02020404030301010803" pitchFamily="18" charset="0"/>
            </a:endParaRPr>
          </a:p>
        </p:txBody>
      </p:sp>
      <p:sp>
        <p:nvSpPr>
          <p:cNvPr id="8" name="Tekstvak 7">
            <a:extLst>
              <a:ext uri="{FF2B5EF4-FFF2-40B4-BE49-F238E27FC236}">
                <a16:creationId xmlns:a16="http://schemas.microsoft.com/office/drawing/2014/main" id="{15405137-EC3B-0610-E5F6-4921C198CA55}"/>
              </a:ext>
            </a:extLst>
          </p:cNvPr>
          <p:cNvSpPr txBox="1"/>
          <p:nvPr/>
        </p:nvSpPr>
        <p:spPr>
          <a:xfrm>
            <a:off x="4169500" y="3167952"/>
            <a:ext cx="7206711" cy="1169551"/>
          </a:xfrm>
          <a:prstGeom prst="rect">
            <a:avLst/>
          </a:prstGeom>
          <a:noFill/>
        </p:spPr>
        <p:txBody>
          <a:bodyPr wrap="square" rtlCol="0">
            <a:spAutoFit/>
          </a:bodyPr>
          <a:lstStyle/>
          <a:p>
            <a:r>
              <a:rPr lang="en-GB" sz="1400" dirty="0">
                <a:latin typeface="Gill Sans Nova" panose="020B0602020104020203" pitchFamily="34" charset="0"/>
              </a:rPr>
              <a:t>European businesses are dangerously underprepared for the largest paradigm shift since the industrial revolution. This book is the definitive guide to AI transformation—a practical guidebook for CEOs and leadership teams to benefit from the opportunities AI provides, set in the European context.</a:t>
            </a:r>
          </a:p>
          <a:p>
            <a:endParaRPr lang="en-GB" sz="1400" dirty="0">
              <a:latin typeface="Gill Sans Nova" panose="020B0602020104020203" pitchFamily="34" charset="0"/>
            </a:endParaRPr>
          </a:p>
        </p:txBody>
      </p:sp>
      <p:sp>
        <p:nvSpPr>
          <p:cNvPr id="9" name="Tekstvak 8">
            <a:extLst>
              <a:ext uri="{FF2B5EF4-FFF2-40B4-BE49-F238E27FC236}">
                <a16:creationId xmlns:a16="http://schemas.microsoft.com/office/drawing/2014/main" id="{25F612BF-6966-3F4E-DAD7-D044CA8537E1}"/>
              </a:ext>
            </a:extLst>
          </p:cNvPr>
          <p:cNvSpPr txBox="1"/>
          <p:nvPr/>
        </p:nvSpPr>
        <p:spPr>
          <a:xfrm>
            <a:off x="4169500" y="4874367"/>
            <a:ext cx="7206711" cy="1169551"/>
          </a:xfrm>
          <a:prstGeom prst="rect">
            <a:avLst/>
          </a:prstGeom>
          <a:noFill/>
        </p:spPr>
        <p:txBody>
          <a:bodyPr wrap="square" rtlCol="0">
            <a:spAutoFit/>
          </a:bodyPr>
          <a:lstStyle/>
          <a:p>
            <a:r>
              <a:rPr lang="en-GB" sz="1400" dirty="0">
                <a:latin typeface="Sans Serif Collection" panose="020B0502040504020204" pitchFamily="34" charset="0"/>
                <a:ea typeface="Sans Serif Collection" panose="020B0502040504020204" pitchFamily="34" charset="0"/>
                <a:cs typeface="Sans Serif Collection" panose="020B0502040504020204" pitchFamily="34" charset="0"/>
              </a:rPr>
              <a:t>European businesses are dangerously underprepared for the largest paradigm shift since the industrial revolution. This book is the definitive guide to AI transformation—a practical guidebook for CEOs and leadership teams to benefit from the opportunities AI provides, set in the European context.</a:t>
            </a:r>
          </a:p>
          <a:p>
            <a:endParaRPr lang="en-GB" sz="1400" dirty="0">
              <a:latin typeface="Sans Serif Collection" panose="020B0502040504020204" pitchFamily="34" charset="0"/>
              <a:ea typeface="Sans Serif Collection" panose="020B0502040504020204" pitchFamily="34" charset="0"/>
              <a:cs typeface="Sans Serif Collection" panose="020B0502040504020204" pitchFamily="34" charset="0"/>
            </a:endParaRPr>
          </a:p>
        </p:txBody>
      </p:sp>
    </p:spTree>
    <p:extLst>
      <p:ext uri="{BB962C8B-B14F-4D97-AF65-F5344CB8AC3E}">
        <p14:creationId xmlns:p14="http://schemas.microsoft.com/office/powerpoint/2010/main" val="28765935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hthoek 1">
            <a:extLst>
              <a:ext uri="{FF2B5EF4-FFF2-40B4-BE49-F238E27FC236}">
                <a16:creationId xmlns:a16="http://schemas.microsoft.com/office/drawing/2014/main" id="{D59BBB47-7097-7DEF-94B0-637BDF103202}"/>
              </a:ext>
            </a:extLst>
          </p:cNvPr>
          <p:cNvSpPr/>
          <p:nvPr/>
        </p:nvSpPr>
        <p:spPr>
          <a:xfrm>
            <a:off x="1947041" y="409251"/>
            <a:ext cx="8442435" cy="46908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Title 2">
            <a:extLst>
              <a:ext uri="{FF2B5EF4-FFF2-40B4-BE49-F238E27FC236}">
                <a16:creationId xmlns:a16="http://schemas.microsoft.com/office/drawing/2014/main" id="{B3A34B42-FB4F-0FAB-9E0C-B9D4240D7263}"/>
              </a:ext>
            </a:extLst>
          </p:cNvPr>
          <p:cNvSpPr>
            <a:spLocks noGrp="1"/>
          </p:cNvSpPr>
          <p:nvPr>
            <p:ph type="title"/>
          </p:nvPr>
        </p:nvSpPr>
        <p:spPr>
          <a:xfrm>
            <a:off x="3652782" y="629113"/>
            <a:ext cx="4886436" cy="360099"/>
          </a:xfrm>
        </p:spPr>
        <p:txBody>
          <a:bodyPr>
            <a:normAutofit/>
          </a:bodyPr>
          <a:lstStyle/>
          <a:p>
            <a:pPr algn="ctr"/>
            <a:r>
              <a:rPr lang="en-GB" noProof="0" dirty="0">
                <a:solidFill>
                  <a:schemeClr val="tx1">
                    <a:lumMod val="85000"/>
                    <a:lumOff val="15000"/>
                  </a:schemeClr>
                </a:solidFill>
              </a:rPr>
              <a:t>AI Transformation Framework</a:t>
            </a:r>
          </a:p>
        </p:txBody>
      </p:sp>
      <p:sp>
        <p:nvSpPr>
          <p:cNvPr id="17" name="Rectangle 16">
            <a:extLst>
              <a:ext uri="{FF2B5EF4-FFF2-40B4-BE49-F238E27FC236}">
                <a16:creationId xmlns:a16="http://schemas.microsoft.com/office/drawing/2014/main" id="{4DC9BA65-02F5-9778-D996-0E43F5050B58}"/>
              </a:ext>
            </a:extLst>
          </p:cNvPr>
          <p:cNvSpPr/>
          <p:nvPr/>
        </p:nvSpPr>
        <p:spPr>
          <a:xfrm>
            <a:off x="2265680" y="1273145"/>
            <a:ext cx="7658112" cy="569848"/>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0" name="TextBox 19">
            <a:extLst>
              <a:ext uri="{FF2B5EF4-FFF2-40B4-BE49-F238E27FC236}">
                <a16:creationId xmlns:a16="http://schemas.microsoft.com/office/drawing/2014/main" id="{1C285D34-3103-3FC5-CA90-096D3DDE0E6B}"/>
              </a:ext>
            </a:extLst>
          </p:cNvPr>
          <p:cNvSpPr txBox="1"/>
          <p:nvPr/>
        </p:nvSpPr>
        <p:spPr>
          <a:xfrm>
            <a:off x="2418950" y="1343051"/>
            <a:ext cx="3874310" cy="383054"/>
          </a:xfrm>
          <a:prstGeom prst="rect">
            <a:avLst/>
          </a:prstGeom>
          <a:noFill/>
        </p:spPr>
        <p:txBody>
          <a:bodyPr wrap="square" lIns="0" tIns="0" rIns="0" bIns="0" rtlCol="0">
            <a:spAutoFit/>
          </a:bodyPr>
          <a:lstStyle/>
          <a:p>
            <a:pPr>
              <a:buSzPct val="100000"/>
            </a:pPr>
            <a:r>
              <a:rPr lang="en-GB" sz="1400" b="1" noProof="0" dirty="0">
                <a:solidFill>
                  <a:schemeClr val="tx1">
                    <a:lumMod val="85000"/>
                    <a:lumOff val="15000"/>
                  </a:schemeClr>
                </a:solidFill>
                <a:latin typeface="DM Sans" pitchFamily="2" charset="0"/>
              </a:rPr>
              <a:t>VISION</a:t>
            </a:r>
            <a:endParaRPr lang="en-GB" sz="1200" b="1" noProof="0" dirty="0">
              <a:solidFill>
                <a:schemeClr val="tx1">
                  <a:lumMod val="85000"/>
                  <a:lumOff val="15000"/>
                </a:schemeClr>
              </a:solidFill>
              <a:latin typeface="DM Sans" pitchFamily="2" charset="0"/>
            </a:endParaRPr>
          </a:p>
          <a:p>
            <a:pPr>
              <a:lnSpc>
                <a:spcPts val="1300"/>
              </a:lnSpc>
              <a:buSzPct val="100000"/>
            </a:pPr>
            <a:r>
              <a:rPr lang="en-GB" sz="1200" noProof="0" dirty="0">
                <a:solidFill>
                  <a:schemeClr val="tx1">
                    <a:lumMod val="85000"/>
                    <a:lumOff val="15000"/>
                  </a:schemeClr>
                </a:solidFill>
                <a:latin typeface="+mj-lt"/>
              </a:rPr>
              <a:t>Vision</a:t>
            </a:r>
            <a:r>
              <a:rPr lang="en-GB" sz="1200" b="1" noProof="0" dirty="0">
                <a:solidFill>
                  <a:schemeClr val="tx1">
                    <a:lumMod val="85000"/>
                    <a:lumOff val="15000"/>
                  </a:schemeClr>
                </a:solidFill>
                <a:latin typeface="+mj-lt"/>
              </a:rPr>
              <a:t>, </a:t>
            </a:r>
            <a:r>
              <a:rPr lang="en-GB" sz="1200" noProof="0" dirty="0">
                <a:solidFill>
                  <a:schemeClr val="tx1">
                    <a:lumMod val="85000"/>
                    <a:lumOff val="15000"/>
                  </a:schemeClr>
                </a:solidFill>
                <a:latin typeface="+mj-lt"/>
              </a:rPr>
              <a:t>strategy, values, objectives</a:t>
            </a:r>
          </a:p>
        </p:txBody>
      </p:sp>
      <p:sp>
        <p:nvSpPr>
          <p:cNvPr id="151" name="Rectangle 150">
            <a:extLst>
              <a:ext uri="{FF2B5EF4-FFF2-40B4-BE49-F238E27FC236}">
                <a16:creationId xmlns:a16="http://schemas.microsoft.com/office/drawing/2014/main" id="{DA84A920-84E4-D38E-DFB7-5C496D13FC0A}"/>
              </a:ext>
            </a:extLst>
          </p:cNvPr>
          <p:cNvSpPr/>
          <p:nvPr/>
        </p:nvSpPr>
        <p:spPr>
          <a:xfrm>
            <a:off x="2271959" y="4023121"/>
            <a:ext cx="2480582" cy="908874"/>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4" name="Rectangle 153">
            <a:extLst>
              <a:ext uri="{FF2B5EF4-FFF2-40B4-BE49-F238E27FC236}">
                <a16:creationId xmlns:a16="http://schemas.microsoft.com/office/drawing/2014/main" id="{55D2C2E2-60C1-A4D8-155A-29C4AE9102DC}"/>
              </a:ext>
            </a:extLst>
          </p:cNvPr>
          <p:cNvSpPr/>
          <p:nvPr/>
        </p:nvSpPr>
        <p:spPr>
          <a:xfrm>
            <a:off x="4858848" y="4023121"/>
            <a:ext cx="2480582" cy="908874"/>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6" name="Rectangle 155">
            <a:extLst>
              <a:ext uri="{FF2B5EF4-FFF2-40B4-BE49-F238E27FC236}">
                <a16:creationId xmlns:a16="http://schemas.microsoft.com/office/drawing/2014/main" id="{DD197C6D-A1CA-B22B-ECAC-F110C43F9350}"/>
              </a:ext>
            </a:extLst>
          </p:cNvPr>
          <p:cNvSpPr/>
          <p:nvPr/>
        </p:nvSpPr>
        <p:spPr>
          <a:xfrm>
            <a:off x="7445738" y="4023121"/>
            <a:ext cx="2480582" cy="908874"/>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2" name="TextBox 151">
            <a:extLst>
              <a:ext uri="{FF2B5EF4-FFF2-40B4-BE49-F238E27FC236}">
                <a16:creationId xmlns:a16="http://schemas.microsoft.com/office/drawing/2014/main" id="{30FBF885-B703-4E76-E0CE-D11230D74F72}"/>
              </a:ext>
            </a:extLst>
          </p:cNvPr>
          <p:cNvSpPr txBox="1"/>
          <p:nvPr/>
        </p:nvSpPr>
        <p:spPr>
          <a:xfrm>
            <a:off x="2418949" y="4089627"/>
            <a:ext cx="2436657" cy="549766"/>
          </a:xfrm>
          <a:prstGeom prst="rect">
            <a:avLst/>
          </a:prstGeom>
          <a:noFill/>
        </p:spPr>
        <p:txBody>
          <a:bodyPr wrap="square" lIns="0" tIns="0" rIns="0" bIns="0" rtlCol="0">
            <a:spAutoFit/>
          </a:bodyPr>
          <a:lstStyle/>
          <a:p>
            <a:pPr>
              <a:buSzPct val="100000"/>
            </a:pPr>
            <a:r>
              <a:rPr lang="en-GB" sz="1400" b="1" noProof="0" dirty="0">
                <a:solidFill>
                  <a:schemeClr val="tx1">
                    <a:lumMod val="85000"/>
                    <a:lumOff val="15000"/>
                  </a:schemeClr>
                </a:solidFill>
                <a:latin typeface="DM Sans" pitchFamily="2" charset="0"/>
              </a:rPr>
              <a:t>DATA</a:t>
            </a:r>
            <a:endParaRPr lang="en-GB" sz="1200" b="1" noProof="0" dirty="0">
              <a:solidFill>
                <a:schemeClr val="tx1">
                  <a:lumMod val="85000"/>
                  <a:lumOff val="15000"/>
                </a:schemeClr>
              </a:solidFill>
              <a:latin typeface="DM Sans" pitchFamily="2" charset="0"/>
            </a:endParaRPr>
          </a:p>
          <a:p>
            <a:pPr>
              <a:lnSpc>
                <a:spcPts val="1300"/>
              </a:lnSpc>
              <a:buSzPct val="100000"/>
            </a:pPr>
            <a:r>
              <a:rPr lang="en-GB" sz="1200" noProof="0" dirty="0">
                <a:solidFill>
                  <a:schemeClr val="tx1">
                    <a:lumMod val="85000"/>
                    <a:lumOff val="15000"/>
                  </a:schemeClr>
                </a:solidFill>
                <a:latin typeface="+mj-lt"/>
              </a:rPr>
              <a:t>Reusable data products, analytics, architecture, monetization</a:t>
            </a:r>
          </a:p>
        </p:txBody>
      </p:sp>
      <p:sp>
        <p:nvSpPr>
          <p:cNvPr id="155" name="TextBox 154">
            <a:extLst>
              <a:ext uri="{FF2B5EF4-FFF2-40B4-BE49-F238E27FC236}">
                <a16:creationId xmlns:a16="http://schemas.microsoft.com/office/drawing/2014/main" id="{2F26F3B8-CA9A-3660-D416-56970DACBC05}"/>
              </a:ext>
            </a:extLst>
          </p:cNvPr>
          <p:cNvSpPr txBox="1"/>
          <p:nvPr/>
        </p:nvSpPr>
        <p:spPr>
          <a:xfrm>
            <a:off x="5010186" y="4089627"/>
            <a:ext cx="2044410" cy="549766"/>
          </a:xfrm>
          <a:prstGeom prst="rect">
            <a:avLst/>
          </a:prstGeom>
          <a:noFill/>
        </p:spPr>
        <p:txBody>
          <a:bodyPr wrap="square" lIns="0" tIns="0" rIns="0" bIns="0" rtlCol="0">
            <a:spAutoFit/>
          </a:bodyPr>
          <a:lstStyle/>
          <a:p>
            <a:pPr>
              <a:buSzPct val="100000"/>
            </a:pPr>
            <a:r>
              <a:rPr lang="en-GB" sz="1400" b="1" noProof="0" dirty="0">
                <a:solidFill>
                  <a:schemeClr val="tx1">
                    <a:lumMod val="85000"/>
                    <a:lumOff val="15000"/>
                  </a:schemeClr>
                </a:solidFill>
                <a:latin typeface="DM Sans" pitchFamily="2" charset="0"/>
              </a:rPr>
              <a:t>TECHNOLOGY</a:t>
            </a:r>
            <a:endParaRPr lang="en-GB" sz="1200" b="1" noProof="0" dirty="0">
              <a:solidFill>
                <a:schemeClr val="tx1">
                  <a:lumMod val="85000"/>
                  <a:lumOff val="15000"/>
                </a:schemeClr>
              </a:solidFill>
              <a:latin typeface="DM Sans" pitchFamily="2" charset="0"/>
            </a:endParaRPr>
          </a:p>
          <a:p>
            <a:pPr>
              <a:lnSpc>
                <a:spcPts val="1300"/>
              </a:lnSpc>
              <a:buSzPct val="100000"/>
            </a:pPr>
            <a:r>
              <a:rPr lang="en-GB" sz="1200" noProof="0" dirty="0">
                <a:solidFill>
                  <a:schemeClr val="tx1">
                    <a:lumMod val="85000"/>
                    <a:lumOff val="15000"/>
                  </a:schemeClr>
                </a:solidFill>
                <a:latin typeface="+mj-lt"/>
              </a:rPr>
              <a:t>Target architecture, platforms &amp; solutions, integration </a:t>
            </a:r>
          </a:p>
        </p:txBody>
      </p:sp>
      <p:sp>
        <p:nvSpPr>
          <p:cNvPr id="157" name="TextBox 156">
            <a:extLst>
              <a:ext uri="{FF2B5EF4-FFF2-40B4-BE49-F238E27FC236}">
                <a16:creationId xmlns:a16="http://schemas.microsoft.com/office/drawing/2014/main" id="{3AA9ACAD-2309-6695-05C5-A00E27FC3BF5}"/>
              </a:ext>
            </a:extLst>
          </p:cNvPr>
          <p:cNvSpPr txBox="1"/>
          <p:nvPr/>
        </p:nvSpPr>
        <p:spPr>
          <a:xfrm>
            <a:off x="7590340" y="4089627"/>
            <a:ext cx="2050934" cy="549766"/>
          </a:xfrm>
          <a:prstGeom prst="rect">
            <a:avLst/>
          </a:prstGeom>
          <a:noFill/>
        </p:spPr>
        <p:txBody>
          <a:bodyPr wrap="square" lIns="0" tIns="0" rIns="0" bIns="0" rtlCol="0">
            <a:spAutoFit/>
          </a:bodyPr>
          <a:lstStyle/>
          <a:p>
            <a:pPr>
              <a:buSzPct val="100000"/>
            </a:pPr>
            <a:r>
              <a:rPr lang="en-GB" sz="1400" b="1" noProof="0" dirty="0">
                <a:solidFill>
                  <a:schemeClr val="tx1">
                    <a:lumMod val="85000"/>
                    <a:lumOff val="15000"/>
                  </a:schemeClr>
                </a:solidFill>
                <a:latin typeface="DM Sans" pitchFamily="2" charset="0"/>
              </a:rPr>
              <a:t>ENABLEMENT</a:t>
            </a:r>
            <a:endParaRPr lang="en-GB" sz="1200" b="1" noProof="0" dirty="0">
              <a:solidFill>
                <a:schemeClr val="tx1">
                  <a:lumMod val="85000"/>
                  <a:lumOff val="15000"/>
                </a:schemeClr>
              </a:solidFill>
              <a:latin typeface="DM Sans" pitchFamily="2" charset="0"/>
            </a:endParaRPr>
          </a:p>
          <a:p>
            <a:pPr>
              <a:lnSpc>
                <a:spcPts val="1300"/>
              </a:lnSpc>
              <a:buSzPct val="100000"/>
            </a:pPr>
            <a:r>
              <a:rPr lang="en-GB" sz="1200" noProof="0" dirty="0">
                <a:solidFill>
                  <a:schemeClr val="tx1">
                    <a:lumMod val="85000"/>
                    <a:lumOff val="15000"/>
                  </a:schemeClr>
                </a:solidFill>
                <a:latin typeface="+mj-lt"/>
              </a:rPr>
              <a:t>Culture, AI &amp; engineering toolbox, automation, agents, skills</a:t>
            </a:r>
          </a:p>
        </p:txBody>
      </p:sp>
      <p:sp>
        <p:nvSpPr>
          <p:cNvPr id="162" name="Rectangle 161">
            <a:extLst>
              <a:ext uri="{FF2B5EF4-FFF2-40B4-BE49-F238E27FC236}">
                <a16:creationId xmlns:a16="http://schemas.microsoft.com/office/drawing/2014/main" id="{72576AB9-B02D-3B55-BF90-C23F1A867704}"/>
              </a:ext>
            </a:extLst>
          </p:cNvPr>
          <p:cNvSpPr/>
          <p:nvPr/>
        </p:nvSpPr>
        <p:spPr>
          <a:xfrm>
            <a:off x="2271959" y="3031984"/>
            <a:ext cx="3771823" cy="908874"/>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65" name="Rectangle 164">
            <a:extLst>
              <a:ext uri="{FF2B5EF4-FFF2-40B4-BE49-F238E27FC236}">
                <a16:creationId xmlns:a16="http://schemas.microsoft.com/office/drawing/2014/main" id="{C8B0295D-55E0-BE71-18DC-D49D90CE7050}"/>
              </a:ext>
            </a:extLst>
          </p:cNvPr>
          <p:cNvSpPr/>
          <p:nvPr/>
        </p:nvSpPr>
        <p:spPr>
          <a:xfrm>
            <a:off x="6151970" y="3031984"/>
            <a:ext cx="3771823" cy="908874"/>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63" name="TextBox 162">
            <a:extLst>
              <a:ext uri="{FF2B5EF4-FFF2-40B4-BE49-F238E27FC236}">
                <a16:creationId xmlns:a16="http://schemas.microsoft.com/office/drawing/2014/main" id="{5062C2DE-E635-12D3-2B1A-52C3839E99E0}"/>
              </a:ext>
            </a:extLst>
          </p:cNvPr>
          <p:cNvSpPr txBox="1"/>
          <p:nvPr/>
        </p:nvSpPr>
        <p:spPr>
          <a:xfrm>
            <a:off x="2418952" y="3098490"/>
            <a:ext cx="3076622" cy="549766"/>
          </a:xfrm>
          <a:prstGeom prst="rect">
            <a:avLst/>
          </a:prstGeom>
          <a:noFill/>
        </p:spPr>
        <p:txBody>
          <a:bodyPr wrap="square" lIns="0" tIns="0" rIns="0" bIns="0" rtlCol="0">
            <a:spAutoFit/>
          </a:bodyPr>
          <a:lstStyle/>
          <a:p>
            <a:pPr>
              <a:buSzPct val="100000"/>
            </a:pPr>
            <a:r>
              <a:rPr lang="en-GB" sz="1400" b="1" noProof="0" dirty="0">
                <a:solidFill>
                  <a:schemeClr val="tx1">
                    <a:lumMod val="85000"/>
                    <a:lumOff val="15000"/>
                  </a:schemeClr>
                </a:solidFill>
                <a:latin typeface="DM Sans" pitchFamily="2" charset="0"/>
              </a:rPr>
              <a:t>PEOPLE</a:t>
            </a:r>
            <a:endParaRPr lang="en-GB" sz="1200" b="1" noProof="0" dirty="0">
              <a:solidFill>
                <a:schemeClr val="tx1">
                  <a:lumMod val="85000"/>
                  <a:lumOff val="15000"/>
                </a:schemeClr>
              </a:solidFill>
              <a:latin typeface="DM Sans" pitchFamily="2" charset="0"/>
            </a:endParaRPr>
          </a:p>
          <a:p>
            <a:pPr>
              <a:lnSpc>
                <a:spcPts val="1300"/>
              </a:lnSpc>
              <a:buSzPct val="100000"/>
            </a:pPr>
            <a:r>
              <a:rPr lang="en-GB" sz="1200" noProof="0" dirty="0">
                <a:solidFill>
                  <a:schemeClr val="tx1">
                    <a:lumMod val="85000"/>
                    <a:lumOff val="15000"/>
                  </a:schemeClr>
                </a:solidFill>
                <a:latin typeface="+mj-lt"/>
              </a:rPr>
              <a:t>Roles, target skills &amp; gaps, org sizing, talent journey, training, team incentives</a:t>
            </a:r>
          </a:p>
        </p:txBody>
      </p:sp>
      <p:sp>
        <p:nvSpPr>
          <p:cNvPr id="166" name="TextBox 165">
            <a:extLst>
              <a:ext uri="{FF2B5EF4-FFF2-40B4-BE49-F238E27FC236}">
                <a16:creationId xmlns:a16="http://schemas.microsoft.com/office/drawing/2014/main" id="{3C502B40-5DAD-8077-0D3C-B23D768C371B}"/>
              </a:ext>
            </a:extLst>
          </p:cNvPr>
          <p:cNvSpPr txBox="1"/>
          <p:nvPr/>
        </p:nvSpPr>
        <p:spPr>
          <a:xfrm>
            <a:off x="6293260" y="3098490"/>
            <a:ext cx="2548336" cy="549766"/>
          </a:xfrm>
          <a:prstGeom prst="rect">
            <a:avLst/>
          </a:prstGeom>
          <a:noFill/>
        </p:spPr>
        <p:txBody>
          <a:bodyPr wrap="square" lIns="0" tIns="0" rIns="0" bIns="0" rtlCol="0">
            <a:spAutoFit/>
          </a:bodyPr>
          <a:lstStyle/>
          <a:p>
            <a:pPr>
              <a:buSzPct val="100000"/>
            </a:pPr>
            <a:r>
              <a:rPr lang="en-GB" sz="1400" b="1" noProof="0" dirty="0">
                <a:solidFill>
                  <a:schemeClr val="tx1">
                    <a:lumMod val="85000"/>
                    <a:lumOff val="15000"/>
                  </a:schemeClr>
                </a:solidFill>
                <a:latin typeface="DM Sans" pitchFamily="2" charset="0"/>
              </a:rPr>
              <a:t>PROCESS</a:t>
            </a:r>
            <a:endParaRPr lang="en-GB" sz="1200" b="1" noProof="0" dirty="0">
              <a:solidFill>
                <a:schemeClr val="tx1">
                  <a:lumMod val="85000"/>
                  <a:lumOff val="15000"/>
                </a:schemeClr>
              </a:solidFill>
              <a:latin typeface="DM Sans" pitchFamily="2" charset="0"/>
            </a:endParaRPr>
          </a:p>
          <a:p>
            <a:pPr>
              <a:lnSpc>
                <a:spcPts val="1300"/>
              </a:lnSpc>
              <a:buSzPct val="100000"/>
            </a:pPr>
            <a:r>
              <a:rPr lang="en-GB" sz="1200" noProof="0" dirty="0">
                <a:solidFill>
                  <a:schemeClr val="tx1">
                    <a:lumMod val="85000"/>
                    <a:lumOff val="15000"/>
                  </a:schemeClr>
                </a:solidFill>
                <a:latin typeface="+mj-lt"/>
              </a:rPr>
              <a:t>Org. design, cross-functional teams, product way-of-working</a:t>
            </a:r>
          </a:p>
        </p:txBody>
      </p:sp>
      <p:sp>
        <p:nvSpPr>
          <p:cNvPr id="140" name="Rectangle 139">
            <a:extLst>
              <a:ext uri="{FF2B5EF4-FFF2-40B4-BE49-F238E27FC236}">
                <a16:creationId xmlns:a16="http://schemas.microsoft.com/office/drawing/2014/main" id="{803139DD-F140-2E13-C535-DBA32BD2249E}"/>
              </a:ext>
            </a:extLst>
          </p:cNvPr>
          <p:cNvSpPr/>
          <p:nvPr/>
        </p:nvSpPr>
        <p:spPr>
          <a:xfrm>
            <a:off x="2271958" y="1981106"/>
            <a:ext cx="7651834" cy="908874"/>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41" name="TextBox 140">
            <a:extLst>
              <a:ext uri="{FF2B5EF4-FFF2-40B4-BE49-F238E27FC236}">
                <a16:creationId xmlns:a16="http://schemas.microsoft.com/office/drawing/2014/main" id="{AE8C815B-7E18-CE74-1D37-2454B20069A0}"/>
              </a:ext>
            </a:extLst>
          </p:cNvPr>
          <p:cNvSpPr txBox="1"/>
          <p:nvPr/>
        </p:nvSpPr>
        <p:spPr>
          <a:xfrm>
            <a:off x="2418950" y="2047612"/>
            <a:ext cx="3874310" cy="549766"/>
          </a:xfrm>
          <a:prstGeom prst="rect">
            <a:avLst/>
          </a:prstGeom>
          <a:noFill/>
        </p:spPr>
        <p:txBody>
          <a:bodyPr wrap="square" lIns="0" tIns="0" rIns="0" bIns="0" rtlCol="0">
            <a:spAutoFit/>
          </a:bodyPr>
          <a:lstStyle/>
          <a:p>
            <a:pPr>
              <a:buSzPct val="100000"/>
            </a:pPr>
            <a:r>
              <a:rPr lang="en-GB" sz="1400" b="1" noProof="0" dirty="0">
                <a:solidFill>
                  <a:schemeClr val="tx1">
                    <a:lumMod val="85000"/>
                    <a:lumOff val="15000"/>
                  </a:schemeClr>
                </a:solidFill>
                <a:latin typeface="DM Sans" pitchFamily="2" charset="0"/>
              </a:rPr>
              <a:t>PRODUCTS</a:t>
            </a:r>
            <a:r>
              <a:rPr lang="en-GB" sz="1400" noProof="0" dirty="0">
                <a:solidFill>
                  <a:schemeClr val="tx1">
                    <a:lumMod val="85000"/>
                    <a:lumOff val="15000"/>
                  </a:schemeClr>
                </a:solidFill>
                <a:latin typeface="DM Sans" pitchFamily="2" charset="0"/>
              </a:rPr>
              <a:t> -  by platform or business unit</a:t>
            </a:r>
          </a:p>
          <a:p>
            <a:pPr>
              <a:lnSpc>
                <a:spcPts val="1300"/>
              </a:lnSpc>
              <a:buSzPct val="100000"/>
            </a:pPr>
            <a:r>
              <a:rPr lang="en-GB" sz="1200" noProof="0" dirty="0">
                <a:solidFill>
                  <a:schemeClr val="tx1">
                    <a:lumMod val="85000"/>
                    <a:lumOff val="15000"/>
                  </a:schemeClr>
                </a:solidFill>
                <a:latin typeface="+mj-lt"/>
              </a:rPr>
              <a:t>Product vision &amp; objectives, products, persona’s, customer journeys, frictions</a:t>
            </a:r>
          </a:p>
        </p:txBody>
      </p:sp>
      <p:sp>
        <p:nvSpPr>
          <p:cNvPr id="43" name="Rectangle 42">
            <a:extLst>
              <a:ext uri="{FF2B5EF4-FFF2-40B4-BE49-F238E27FC236}">
                <a16:creationId xmlns:a16="http://schemas.microsoft.com/office/drawing/2014/main" id="{77F83771-69DC-DE58-F493-65CEDB545E5C}"/>
              </a:ext>
            </a:extLst>
          </p:cNvPr>
          <p:cNvSpPr/>
          <p:nvPr/>
        </p:nvSpPr>
        <p:spPr>
          <a:xfrm>
            <a:off x="6857075" y="2084448"/>
            <a:ext cx="606304" cy="697758"/>
          </a:xfrm>
          <a:prstGeom prst="rect">
            <a:avLst/>
          </a:prstGeom>
          <a:solidFill>
            <a:schemeClr val="tx1">
              <a:lumMod val="65000"/>
              <a:lumOff val="35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noProof="0" dirty="0">
                <a:solidFill>
                  <a:schemeClr val="tx1">
                    <a:lumMod val="85000"/>
                    <a:lumOff val="15000"/>
                  </a:schemeClr>
                </a:solidFill>
                <a:latin typeface="DM Sans" pitchFamily="2" charset="0"/>
              </a:rPr>
              <a:t>BU 1</a:t>
            </a:r>
          </a:p>
        </p:txBody>
      </p:sp>
      <p:sp>
        <p:nvSpPr>
          <p:cNvPr id="44" name="Rectangle 43">
            <a:extLst>
              <a:ext uri="{FF2B5EF4-FFF2-40B4-BE49-F238E27FC236}">
                <a16:creationId xmlns:a16="http://schemas.microsoft.com/office/drawing/2014/main" id="{E95E7BBB-0795-3FA3-F052-AA3D1DD6498B}"/>
              </a:ext>
            </a:extLst>
          </p:cNvPr>
          <p:cNvSpPr/>
          <p:nvPr/>
        </p:nvSpPr>
        <p:spPr>
          <a:xfrm>
            <a:off x="7543657" y="2084448"/>
            <a:ext cx="606304" cy="697758"/>
          </a:xfrm>
          <a:prstGeom prst="rect">
            <a:avLst/>
          </a:prstGeom>
          <a:solidFill>
            <a:schemeClr val="tx1">
              <a:lumMod val="65000"/>
              <a:lumOff val="35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noProof="0" dirty="0">
                <a:solidFill>
                  <a:schemeClr val="tx1">
                    <a:lumMod val="85000"/>
                    <a:lumOff val="15000"/>
                  </a:schemeClr>
                </a:solidFill>
                <a:latin typeface="DM Sans" pitchFamily="2" charset="0"/>
              </a:rPr>
              <a:t>BU 2</a:t>
            </a:r>
          </a:p>
        </p:txBody>
      </p:sp>
      <p:sp>
        <p:nvSpPr>
          <p:cNvPr id="30" name="Rectangle 42">
            <a:extLst>
              <a:ext uri="{FF2B5EF4-FFF2-40B4-BE49-F238E27FC236}">
                <a16:creationId xmlns:a16="http://schemas.microsoft.com/office/drawing/2014/main" id="{66F9516B-8552-CDAF-75C4-8A281C36B6F8}"/>
              </a:ext>
            </a:extLst>
          </p:cNvPr>
          <p:cNvSpPr/>
          <p:nvPr/>
        </p:nvSpPr>
        <p:spPr>
          <a:xfrm>
            <a:off x="8230239" y="2084448"/>
            <a:ext cx="606304" cy="697758"/>
          </a:xfrm>
          <a:prstGeom prst="rect">
            <a:avLst/>
          </a:prstGeom>
          <a:solidFill>
            <a:schemeClr val="tx1">
              <a:lumMod val="65000"/>
              <a:lumOff val="35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noProof="0" dirty="0">
                <a:solidFill>
                  <a:schemeClr val="tx1">
                    <a:lumMod val="85000"/>
                    <a:lumOff val="15000"/>
                  </a:schemeClr>
                </a:solidFill>
                <a:latin typeface="DM Sans" pitchFamily="2" charset="0"/>
              </a:rPr>
              <a:t>BU 3</a:t>
            </a:r>
          </a:p>
        </p:txBody>
      </p:sp>
      <p:sp>
        <p:nvSpPr>
          <p:cNvPr id="32" name="Rectangle 43">
            <a:extLst>
              <a:ext uri="{FF2B5EF4-FFF2-40B4-BE49-F238E27FC236}">
                <a16:creationId xmlns:a16="http://schemas.microsoft.com/office/drawing/2014/main" id="{005EA54E-A05B-E9A5-FE26-09518F608969}"/>
              </a:ext>
            </a:extLst>
          </p:cNvPr>
          <p:cNvSpPr/>
          <p:nvPr/>
        </p:nvSpPr>
        <p:spPr>
          <a:xfrm>
            <a:off x="8916822" y="2084448"/>
            <a:ext cx="606304" cy="697758"/>
          </a:xfrm>
          <a:prstGeom prst="rect">
            <a:avLst/>
          </a:prstGeom>
          <a:solidFill>
            <a:schemeClr val="tx1">
              <a:lumMod val="65000"/>
              <a:lumOff val="35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noProof="0" dirty="0">
                <a:solidFill>
                  <a:schemeClr val="tx1">
                    <a:lumMod val="85000"/>
                    <a:lumOff val="15000"/>
                  </a:schemeClr>
                </a:solidFill>
                <a:latin typeface="DM Sans" pitchFamily="2" charset="0"/>
              </a:rPr>
              <a:t>BU 4</a:t>
            </a:r>
          </a:p>
        </p:txBody>
      </p:sp>
      <p:pic>
        <p:nvPicPr>
          <p:cNvPr id="33" name="Afbeelding 32" descr="Afbeelding met tekst, schermopname, Lettertype, lijn&#10;&#10;Door AI gegenereerde inhoud is mogelijk onjuist.">
            <a:extLst>
              <a:ext uri="{FF2B5EF4-FFF2-40B4-BE49-F238E27FC236}">
                <a16:creationId xmlns:a16="http://schemas.microsoft.com/office/drawing/2014/main" id="{B7DA85B3-5265-8774-DDA8-A18DF6EB8E85}"/>
              </a:ext>
            </a:extLst>
          </p:cNvPr>
          <p:cNvPicPr>
            <a:picLocks noChangeAspect="1"/>
          </p:cNvPicPr>
          <p:nvPr/>
        </p:nvPicPr>
        <p:blipFill>
          <a:blip r:embed="rId3"/>
          <a:stretch>
            <a:fillRect/>
          </a:stretch>
        </p:blipFill>
        <p:spPr>
          <a:xfrm>
            <a:off x="12192000" y="551145"/>
            <a:ext cx="8051107" cy="4602677"/>
          </a:xfrm>
          <a:prstGeom prst="rect">
            <a:avLst/>
          </a:prstGeom>
        </p:spPr>
      </p:pic>
    </p:spTree>
    <p:extLst>
      <p:ext uri="{BB962C8B-B14F-4D97-AF65-F5344CB8AC3E}">
        <p14:creationId xmlns:p14="http://schemas.microsoft.com/office/powerpoint/2010/main" val="31552346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C594DE-F555-AE44-E672-38D3D916365B}"/>
            </a:ext>
          </a:extLst>
        </p:cNvPr>
        <p:cNvGrpSpPr/>
        <p:nvPr/>
      </p:nvGrpSpPr>
      <p:grpSpPr>
        <a:xfrm>
          <a:off x="0" y="0"/>
          <a:ext cx="0" cy="0"/>
          <a:chOff x="0" y="0"/>
          <a:chExt cx="0" cy="0"/>
        </a:xfrm>
      </p:grpSpPr>
      <p:sp>
        <p:nvSpPr>
          <p:cNvPr id="4" name="Rechthoek 3">
            <a:extLst>
              <a:ext uri="{FF2B5EF4-FFF2-40B4-BE49-F238E27FC236}">
                <a16:creationId xmlns:a16="http://schemas.microsoft.com/office/drawing/2014/main" id="{23AC4A82-0A20-9F5E-64D7-347D2ECEB82B}"/>
              </a:ext>
            </a:extLst>
          </p:cNvPr>
          <p:cNvSpPr/>
          <p:nvPr/>
        </p:nvSpPr>
        <p:spPr>
          <a:xfrm>
            <a:off x="1874783" y="409251"/>
            <a:ext cx="8442435" cy="316952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Title 2">
            <a:extLst>
              <a:ext uri="{FF2B5EF4-FFF2-40B4-BE49-F238E27FC236}">
                <a16:creationId xmlns:a16="http://schemas.microsoft.com/office/drawing/2014/main" id="{44DCB25C-7592-7FA6-48D0-49592EE1954D}"/>
              </a:ext>
            </a:extLst>
          </p:cNvPr>
          <p:cNvSpPr>
            <a:spLocks noGrp="1"/>
          </p:cNvSpPr>
          <p:nvPr>
            <p:ph type="title"/>
          </p:nvPr>
        </p:nvSpPr>
        <p:spPr>
          <a:xfrm>
            <a:off x="2709041" y="629113"/>
            <a:ext cx="6773918" cy="360100"/>
          </a:xfrm>
        </p:spPr>
        <p:txBody>
          <a:bodyPr>
            <a:normAutofit/>
          </a:bodyPr>
          <a:lstStyle/>
          <a:p>
            <a:pPr algn="ctr"/>
            <a:r>
              <a:rPr lang="en-GB" noProof="0" dirty="0">
                <a:solidFill>
                  <a:schemeClr val="tx1">
                    <a:lumMod val="85000"/>
                    <a:lumOff val="15000"/>
                  </a:schemeClr>
                </a:solidFill>
              </a:rPr>
              <a:t>Decision lens for AI investments</a:t>
            </a:r>
          </a:p>
        </p:txBody>
      </p:sp>
      <p:sp>
        <p:nvSpPr>
          <p:cNvPr id="9" name="Rechthoek: afgeronde hoeken 8">
            <a:extLst>
              <a:ext uri="{FF2B5EF4-FFF2-40B4-BE49-F238E27FC236}">
                <a16:creationId xmlns:a16="http://schemas.microsoft.com/office/drawing/2014/main" id="{B4DE75BE-CD72-7D3D-1ADD-83A938D0CF06}"/>
              </a:ext>
            </a:extLst>
          </p:cNvPr>
          <p:cNvSpPr/>
          <p:nvPr/>
        </p:nvSpPr>
        <p:spPr>
          <a:xfrm>
            <a:off x="2115749" y="2111331"/>
            <a:ext cx="2252361" cy="1068750"/>
          </a:xfrm>
          <a:prstGeom prst="roundRect">
            <a:avLst/>
          </a:prstGeom>
          <a:solidFill>
            <a:srgbClr val="FFFFFF"/>
          </a:solidFill>
          <a:ln w="12700">
            <a:solidFill>
              <a:schemeClr val="tx1">
                <a:lumMod val="85000"/>
                <a:lumOff val="15000"/>
              </a:schemeClr>
            </a:solidFill>
          </a:ln>
        </p:spPr>
        <p:txBody>
          <a:bodyPr wrap="square" tIns="90000" anchor="ctr" anchorCtr="1">
            <a:noAutofit/>
          </a:bodyPr>
          <a:lstStyle/>
          <a:p>
            <a:pPr algn="ctr">
              <a:lnSpc>
                <a:spcPts val="1300"/>
              </a:lnSpc>
              <a:buNone/>
            </a:pPr>
            <a:r>
              <a:rPr lang="en-GB" sz="1200" noProof="0" dirty="0">
                <a:solidFill>
                  <a:schemeClr val="tx1">
                    <a:lumMod val="85000"/>
                    <a:lumOff val="15000"/>
                  </a:schemeClr>
                </a:solidFill>
                <a:latin typeface="+mj-lt"/>
              </a:rPr>
              <a:t>Where does this initiative create measurable business value? </a:t>
            </a:r>
            <a:r>
              <a:rPr lang="en-GB" sz="1200" i="1" noProof="0" dirty="0">
                <a:solidFill>
                  <a:schemeClr val="tx1">
                    <a:lumMod val="85000"/>
                    <a:lumOff val="15000"/>
                  </a:schemeClr>
                </a:solidFill>
                <a:latin typeface="+mj-lt"/>
              </a:rPr>
              <a:t>(Efficiency, revenue, risk reduction, strategic capability)</a:t>
            </a:r>
          </a:p>
        </p:txBody>
      </p:sp>
      <p:sp>
        <p:nvSpPr>
          <p:cNvPr id="11" name="Rechthoek: afgeronde hoeken 10">
            <a:extLst>
              <a:ext uri="{FF2B5EF4-FFF2-40B4-BE49-F238E27FC236}">
                <a16:creationId xmlns:a16="http://schemas.microsoft.com/office/drawing/2014/main" id="{4920BE2D-5A12-899D-BEE5-5785EE182E48}"/>
              </a:ext>
            </a:extLst>
          </p:cNvPr>
          <p:cNvSpPr/>
          <p:nvPr/>
        </p:nvSpPr>
        <p:spPr>
          <a:xfrm>
            <a:off x="2346667" y="1596283"/>
            <a:ext cx="1790526" cy="626416"/>
          </a:xfrm>
          <a:prstGeom prst="roundRect">
            <a:avLst/>
          </a:prstGeom>
          <a:solidFill>
            <a:schemeClr val="tx1">
              <a:lumMod val="85000"/>
              <a:lumOff val="15000"/>
            </a:schemeClr>
          </a:solidFill>
          <a:ln>
            <a:noFill/>
          </a:ln>
        </p:spPr>
        <p:txBody>
          <a:bodyPr anchor="ctr" anchorCtr="1">
            <a:normAutofit/>
          </a:bodyPr>
          <a:lstStyle/>
          <a:p>
            <a:pPr algn="ctr">
              <a:buNone/>
            </a:pPr>
            <a:r>
              <a:rPr lang="en-GB" sz="1400" b="1" noProof="0" dirty="0">
                <a:solidFill>
                  <a:srgbClr val="FFFFFF"/>
                </a:solidFill>
                <a:latin typeface="DM Sans" pitchFamily="2" charset="0"/>
              </a:rPr>
              <a:t>VALUE</a:t>
            </a:r>
          </a:p>
        </p:txBody>
      </p:sp>
      <p:sp>
        <p:nvSpPr>
          <p:cNvPr id="14" name="Rechthoek: afgeronde hoeken 13">
            <a:extLst>
              <a:ext uri="{FF2B5EF4-FFF2-40B4-BE49-F238E27FC236}">
                <a16:creationId xmlns:a16="http://schemas.microsoft.com/office/drawing/2014/main" id="{A1A90501-E13B-0DB0-9669-99A86F87A9DE}"/>
              </a:ext>
            </a:extLst>
          </p:cNvPr>
          <p:cNvSpPr/>
          <p:nvPr/>
        </p:nvSpPr>
        <p:spPr>
          <a:xfrm>
            <a:off x="7823889" y="2111331"/>
            <a:ext cx="2252361" cy="1068750"/>
          </a:xfrm>
          <a:prstGeom prst="roundRect">
            <a:avLst/>
          </a:prstGeom>
          <a:solidFill>
            <a:srgbClr val="FFFFFF"/>
          </a:solidFill>
          <a:ln w="12700">
            <a:solidFill>
              <a:schemeClr val="tx1">
                <a:lumMod val="85000"/>
                <a:lumOff val="15000"/>
              </a:schemeClr>
            </a:solidFill>
          </a:ln>
        </p:spPr>
        <p:txBody>
          <a:bodyPr wrap="square" tIns="90000" anchor="ctr" anchorCtr="1">
            <a:noAutofit/>
          </a:bodyPr>
          <a:lstStyle/>
          <a:p>
            <a:pPr algn="ctr">
              <a:lnSpc>
                <a:spcPts val="1300"/>
              </a:lnSpc>
              <a:buNone/>
            </a:pPr>
            <a:r>
              <a:rPr lang="en-GB" sz="1200" noProof="0" dirty="0">
                <a:solidFill>
                  <a:schemeClr val="tx1">
                    <a:lumMod val="85000"/>
                    <a:lumOff val="15000"/>
                  </a:schemeClr>
                </a:solidFill>
                <a:latin typeface="+mj-lt"/>
              </a:rPr>
              <a:t>How can the organisation govern it responsibly? </a:t>
            </a:r>
            <a:r>
              <a:rPr lang="en-GB" sz="1200" i="1" noProof="0" dirty="0">
                <a:solidFill>
                  <a:schemeClr val="tx1">
                    <a:lumMod val="85000"/>
                    <a:lumOff val="15000"/>
                  </a:schemeClr>
                </a:solidFill>
                <a:latin typeface="+mj-lt"/>
              </a:rPr>
              <a:t>(Compliance, user trust, employee trust)</a:t>
            </a:r>
          </a:p>
        </p:txBody>
      </p:sp>
      <p:sp>
        <p:nvSpPr>
          <p:cNvPr id="16" name="Rechthoek: afgeronde hoeken 15">
            <a:extLst>
              <a:ext uri="{FF2B5EF4-FFF2-40B4-BE49-F238E27FC236}">
                <a16:creationId xmlns:a16="http://schemas.microsoft.com/office/drawing/2014/main" id="{91168AC0-0B49-DB65-E01C-43316040FEF1}"/>
              </a:ext>
            </a:extLst>
          </p:cNvPr>
          <p:cNvSpPr/>
          <p:nvPr/>
        </p:nvSpPr>
        <p:spPr>
          <a:xfrm>
            <a:off x="8054807" y="1596283"/>
            <a:ext cx="1790526" cy="626416"/>
          </a:xfrm>
          <a:prstGeom prst="roundRect">
            <a:avLst/>
          </a:prstGeom>
          <a:solidFill>
            <a:schemeClr val="tx1">
              <a:lumMod val="85000"/>
              <a:lumOff val="15000"/>
            </a:schemeClr>
          </a:solidFill>
          <a:ln>
            <a:noFill/>
          </a:ln>
        </p:spPr>
        <p:txBody>
          <a:bodyPr anchor="ctr" anchorCtr="1">
            <a:normAutofit/>
          </a:bodyPr>
          <a:lstStyle/>
          <a:p>
            <a:pPr algn="ctr">
              <a:buNone/>
            </a:pPr>
            <a:r>
              <a:rPr lang="en-GB" sz="1400" b="1" noProof="0" dirty="0">
                <a:solidFill>
                  <a:srgbClr val="FFFFFF"/>
                </a:solidFill>
                <a:latin typeface="DM Sans" pitchFamily="2" charset="0"/>
              </a:rPr>
              <a:t>TRUST</a:t>
            </a:r>
          </a:p>
        </p:txBody>
      </p:sp>
      <p:sp>
        <p:nvSpPr>
          <p:cNvPr id="18" name="Rechthoek: afgeronde hoeken 17">
            <a:extLst>
              <a:ext uri="{FF2B5EF4-FFF2-40B4-BE49-F238E27FC236}">
                <a16:creationId xmlns:a16="http://schemas.microsoft.com/office/drawing/2014/main" id="{EB153662-B3A8-884C-9C7A-69E6E91AEA4C}"/>
              </a:ext>
            </a:extLst>
          </p:cNvPr>
          <p:cNvSpPr/>
          <p:nvPr/>
        </p:nvSpPr>
        <p:spPr>
          <a:xfrm>
            <a:off x="4969819" y="2111331"/>
            <a:ext cx="2252361" cy="1068750"/>
          </a:xfrm>
          <a:prstGeom prst="roundRect">
            <a:avLst/>
          </a:prstGeom>
          <a:solidFill>
            <a:srgbClr val="FFFFFF"/>
          </a:solidFill>
          <a:ln w="12700">
            <a:solidFill>
              <a:schemeClr val="tx1">
                <a:lumMod val="85000"/>
                <a:lumOff val="15000"/>
              </a:schemeClr>
            </a:solidFill>
          </a:ln>
        </p:spPr>
        <p:txBody>
          <a:bodyPr wrap="square" tIns="90000" anchor="ctr" anchorCtr="1">
            <a:noAutofit/>
          </a:bodyPr>
          <a:lstStyle/>
          <a:p>
            <a:pPr algn="ctr">
              <a:lnSpc>
                <a:spcPts val="1300"/>
              </a:lnSpc>
              <a:buNone/>
            </a:pPr>
            <a:r>
              <a:rPr lang="en-GB" sz="1200" noProof="0" dirty="0">
                <a:solidFill>
                  <a:schemeClr val="tx1">
                    <a:lumMod val="85000"/>
                    <a:lumOff val="15000"/>
                  </a:schemeClr>
                </a:solidFill>
                <a:latin typeface="+mj-lt"/>
              </a:rPr>
              <a:t>What is required in the organisation to deliver this? </a:t>
            </a:r>
            <a:r>
              <a:rPr lang="en-GB" sz="1200" i="1" noProof="0" dirty="0">
                <a:solidFill>
                  <a:schemeClr val="tx1">
                    <a:lumMod val="85000"/>
                    <a:lumOff val="15000"/>
                  </a:schemeClr>
                </a:solidFill>
                <a:latin typeface="+mj-lt"/>
              </a:rPr>
              <a:t>(People, process, data, enablement) </a:t>
            </a:r>
          </a:p>
        </p:txBody>
      </p:sp>
      <p:sp>
        <p:nvSpPr>
          <p:cNvPr id="20" name="Rechthoek: afgeronde hoeken 19">
            <a:extLst>
              <a:ext uri="{FF2B5EF4-FFF2-40B4-BE49-F238E27FC236}">
                <a16:creationId xmlns:a16="http://schemas.microsoft.com/office/drawing/2014/main" id="{9C8CD429-2147-65D1-3EBD-C9F632DCF267}"/>
              </a:ext>
            </a:extLst>
          </p:cNvPr>
          <p:cNvSpPr/>
          <p:nvPr/>
        </p:nvSpPr>
        <p:spPr>
          <a:xfrm>
            <a:off x="5200736" y="1596283"/>
            <a:ext cx="1790526" cy="626416"/>
          </a:xfrm>
          <a:prstGeom prst="roundRect">
            <a:avLst/>
          </a:prstGeom>
          <a:solidFill>
            <a:schemeClr val="tx1">
              <a:lumMod val="85000"/>
              <a:lumOff val="15000"/>
            </a:schemeClr>
          </a:solidFill>
          <a:ln>
            <a:noFill/>
          </a:ln>
        </p:spPr>
        <p:txBody>
          <a:bodyPr anchor="ctr" anchorCtr="1">
            <a:normAutofit/>
          </a:bodyPr>
          <a:lstStyle/>
          <a:p>
            <a:pPr algn="ctr">
              <a:buNone/>
            </a:pPr>
            <a:r>
              <a:rPr lang="en-GB" sz="1400" b="1" noProof="0" dirty="0">
                <a:solidFill>
                  <a:srgbClr val="FFFFFF"/>
                </a:solidFill>
                <a:latin typeface="DM Sans" pitchFamily="2" charset="0"/>
              </a:rPr>
              <a:t>CAPABILITIES</a:t>
            </a:r>
          </a:p>
        </p:txBody>
      </p:sp>
      <p:pic>
        <p:nvPicPr>
          <p:cNvPr id="35" name="Afbeelding 34" descr="Afbeelding met tekst, schermopname, Lettertype, ontwerp&#10;&#10;Door AI gegenereerde inhoud is mogelijk onjuist.">
            <a:extLst>
              <a:ext uri="{FF2B5EF4-FFF2-40B4-BE49-F238E27FC236}">
                <a16:creationId xmlns:a16="http://schemas.microsoft.com/office/drawing/2014/main" id="{E75B4FE5-6CAE-5CA2-8911-43350DF8A092}"/>
              </a:ext>
            </a:extLst>
          </p:cNvPr>
          <p:cNvPicPr>
            <a:picLocks noChangeAspect="1"/>
          </p:cNvPicPr>
          <p:nvPr/>
        </p:nvPicPr>
        <p:blipFill>
          <a:blip r:embed="rId3"/>
          <a:stretch>
            <a:fillRect/>
          </a:stretch>
        </p:blipFill>
        <p:spPr>
          <a:xfrm>
            <a:off x="12192000" y="588248"/>
            <a:ext cx="8529964" cy="2824174"/>
          </a:xfrm>
          <a:prstGeom prst="rect">
            <a:avLst/>
          </a:prstGeom>
        </p:spPr>
      </p:pic>
    </p:spTree>
    <p:extLst>
      <p:ext uri="{BB962C8B-B14F-4D97-AF65-F5344CB8AC3E}">
        <p14:creationId xmlns:p14="http://schemas.microsoft.com/office/powerpoint/2010/main" val="16736082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351A03-A6E4-2F3C-8ADF-BF915F284B32}"/>
            </a:ext>
          </a:extLst>
        </p:cNvPr>
        <p:cNvGrpSpPr/>
        <p:nvPr/>
      </p:nvGrpSpPr>
      <p:grpSpPr>
        <a:xfrm>
          <a:off x="0" y="0"/>
          <a:ext cx="0" cy="0"/>
          <a:chOff x="0" y="0"/>
          <a:chExt cx="0" cy="0"/>
        </a:xfrm>
      </p:grpSpPr>
      <p:sp>
        <p:nvSpPr>
          <p:cNvPr id="4" name="Rechthoek 3">
            <a:extLst>
              <a:ext uri="{FF2B5EF4-FFF2-40B4-BE49-F238E27FC236}">
                <a16:creationId xmlns:a16="http://schemas.microsoft.com/office/drawing/2014/main" id="{9AD835D3-F13B-6DA4-DB6D-F3E451993735}"/>
              </a:ext>
            </a:extLst>
          </p:cNvPr>
          <p:cNvSpPr/>
          <p:nvPr/>
        </p:nvSpPr>
        <p:spPr>
          <a:xfrm>
            <a:off x="1874783" y="409252"/>
            <a:ext cx="8442435" cy="45095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Title 2">
            <a:extLst>
              <a:ext uri="{FF2B5EF4-FFF2-40B4-BE49-F238E27FC236}">
                <a16:creationId xmlns:a16="http://schemas.microsoft.com/office/drawing/2014/main" id="{C8E4ABDA-07FB-BF30-1F69-98C741FD80BD}"/>
              </a:ext>
            </a:extLst>
          </p:cNvPr>
          <p:cNvSpPr>
            <a:spLocks noGrp="1"/>
          </p:cNvSpPr>
          <p:nvPr>
            <p:ph type="title"/>
          </p:nvPr>
        </p:nvSpPr>
        <p:spPr>
          <a:xfrm>
            <a:off x="3729925" y="629113"/>
            <a:ext cx="4732150" cy="348787"/>
          </a:xfrm>
        </p:spPr>
        <p:txBody>
          <a:bodyPr>
            <a:normAutofit/>
          </a:bodyPr>
          <a:lstStyle/>
          <a:p>
            <a:pPr algn="ctr"/>
            <a:r>
              <a:rPr lang="en-GB" noProof="0" dirty="0">
                <a:solidFill>
                  <a:schemeClr val="tx1">
                    <a:lumMod val="85000"/>
                    <a:lumOff val="15000"/>
                  </a:schemeClr>
                </a:solidFill>
              </a:rPr>
              <a:t>The European Advantage Triad</a:t>
            </a:r>
          </a:p>
        </p:txBody>
      </p:sp>
      <p:cxnSp>
        <p:nvCxnSpPr>
          <p:cNvPr id="41" name="Rechte verbindingslijn met pijl 40">
            <a:extLst>
              <a:ext uri="{FF2B5EF4-FFF2-40B4-BE49-F238E27FC236}">
                <a16:creationId xmlns:a16="http://schemas.microsoft.com/office/drawing/2014/main" id="{CF4C91FA-7AD8-127D-AA1D-3C5535769D1A}"/>
              </a:ext>
            </a:extLst>
          </p:cNvPr>
          <p:cNvCxnSpPr>
            <a:cxnSpLocks/>
            <a:stCxn id="64" idx="0"/>
            <a:endCxn id="44" idx="3"/>
          </p:cNvCxnSpPr>
          <p:nvPr/>
        </p:nvCxnSpPr>
        <p:spPr>
          <a:xfrm flipH="1" flipV="1">
            <a:off x="7062489" y="1678877"/>
            <a:ext cx="653716" cy="1543006"/>
          </a:xfrm>
          <a:prstGeom prst="straightConnector1">
            <a:avLst/>
          </a:prstGeom>
          <a:ln w="38100" cap="flat" cmpd="sng" algn="ctr">
            <a:solidFill>
              <a:schemeClr val="bg1">
                <a:lumMod val="65000"/>
              </a:schemeClr>
            </a:solidFill>
            <a:prstDash val="solid"/>
            <a:miter lim="800000"/>
            <a:headEnd w="med" len="med"/>
            <a:tailEnd type="triangle" w="lg" len="med"/>
          </a:ln>
        </p:spPr>
        <p:style>
          <a:lnRef idx="2">
            <a:schemeClr val="accent1"/>
          </a:lnRef>
          <a:fillRef idx="0">
            <a:schemeClr val="accent1"/>
          </a:fillRef>
          <a:effectRef idx="1">
            <a:schemeClr val="accent1"/>
          </a:effectRef>
          <a:fontRef idx="minor">
            <a:schemeClr val="tx1"/>
          </a:fontRef>
        </p:style>
      </p:cxnSp>
      <p:cxnSp>
        <p:nvCxnSpPr>
          <p:cNvPr id="42" name="Rechte verbindingslijn met pijl 41">
            <a:extLst>
              <a:ext uri="{FF2B5EF4-FFF2-40B4-BE49-F238E27FC236}">
                <a16:creationId xmlns:a16="http://schemas.microsoft.com/office/drawing/2014/main" id="{A02245F4-B55B-5D4E-AB49-9E1FD427B15F}"/>
              </a:ext>
            </a:extLst>
          </p:cNvPr>
          <p:cNvCxnSpPr>
            <a:cxnSpLocks/>
            <a:stCxn id="44" idx="1"/>
            <a:endCxn id="67" idx="0"/>
          </p:cNvCxnSpPr>
          <p:nvPr/>
        </p:nvCxnSpPr>
        <p:spPr>
          <a:xfrm flipH="1">
            <a:off x="4479442" y="1678877"/>
            <a:ext cx="650069" cy="1543006"/>
          </a:xfrm>
          <a:prstGeom prst="straightConnector1">
            <a:avLst/>
          </a:prstGeom>
          <a:ln w="38100">
            <a:solidFill>
              <a:schemeClr val="bg1">
                <a:lumMod val="65000"/>
              </a:schemeClr>
            </a:solidFill>
            <a:headEnd w="med" len="med"/>
            <a:tailEnd type="triangle" w="lg" len="med"/>
          </a:ln>
        </p:spPr>
        <p:style>
          <a:lnRef idx="2">
            <a:schemeClr val="accent1"/>
          </a:lnRef>
          <a:fillRef idx="0">
            <a:schemeClr val="accent1"/>
          </a:fillRef>
          <a:effectRef idx="1">
            <a:schemeClr val="accent1"/>
          </a:effectRef>
          <a:fontRef idx="minor">
            <a:schemeClr val="tx1"/>
          </a:fontRef>
        </p:style>
      </p:cxnSp>
      <p:cxnSp>
        <p:nvCxnSpPr>
          <p:cNvPr id="43" name="Rechte verbindingslijn met pijl 42">
            <a:extLst>
              <a:ext uri="{FF2B5EF4-FFF2-40B4-BE49-F238E27FC236}">
                <a16:creationId xmlns:a16="http://schemas.microsoft.com/office/drawing/2014/main" id="{38E027BE-D0DE-264E-B502-402029368CCA}"/>
              </a:ext>
            </a:extLst>
          </p:cNvPr>
          <p:cNvCxnSpPr>
            <a:cxnSpLocks/>
            <a:stCxn id="67" idx="3"/>
            <a:endCxn id="64" idx="1"/>
          </p:cNvCxnSpPr>
          <p:nvPr/>
        </p:nvCxnSpPr>
        <p:spPr>
          <a:xfrm>
            <a:off x="5445931" y="3535091"/>
            <a:ext cx="1303785" cy="0"/>
          </a:xfrm>
          <a:prstGeom prst="straightConnector1">
            <a:avLst/>
          </a:prstGeom>
          <a:ln w="38100">
            <a:solidFill>
              <a:schemeClr val="bg1">
                <a:lumMod val="65000"/>
              </a:schemeClr>
            </a:solidFill>
            <a:headEnd w="med" len="med"/>
            <a:tailEnd type="triangle" w="lg" len="med"/>
          </a:ln>
        </p:spPr>
        <p:style>
          <a:lnRef idx="2">
            <a:schemeClr val="accent1"/>
          </a:lnRef>
          <a:fillRef idx="0">
            <a:schemeClr val="accent1"/>
          </a:fillRef>
          <a:effectRef idx="1">
            <a:schemeClr val="accent1"/>
          </a:effectRef>
          <a:fontRef idx="minor">
            <a:schemeClr val="tx1"/>
          </a:fontRef>
        </p:style>
      </p:cxnSp>
      <p:sp>
        <p:nvSpPr>
          <p:cNvPr id="45" name="Rechthoek: afgeronde hoeken 44">
            <a:extLst>
              <a:ext uri="{FF2B5EF4-FFF2-40B4-BE49-F238E27FC236}">
                <a16:creationId xmlns:a16="http://schemas.microsoft.com/office/drawing/2014/main" id="{69F1C59C-5AC6-CB44-456F-D9B7330D4A4B}"/>
              </a:ext>
            </a:extLst>
          </p:cNvPr>
          <p:cNvSpPr/>
          <p:nvPr/>
        </p:nvSpPr>
        <p:spPr>
          <a:xfrm>
            <a:off x="5211479" y="1961959"/>
            <a:ext cx="1769042" cy="743156"/>
          </a:xfrm>
          <a:prstGeom prst="roundRect">
            <a:avLst/>
          </a:prstGeom>
          <a:solidFill>
            <a:srgbClr val="FFFFFF"/>
          </a:solidFill>
          <a:ln w="19050">
            <a:solidFill>
              <a:schemeClr val="tx1">
                <a:lumMod val="85000"/>
                <a:lumOff val="15000"/>
              </a:schemeClr>
            </a:solidFill>
          </a:ln>
        </p:spPr>
        <p:txBody>
          <a:bodyPr wrap="square" anchor="ctr" anchorCtr="1">
            <a:normAutofit/>
          </a:bodyPr>
          <a:lstStyle/>
          <a:p>
            <a:pPr algn="ctr">
              <a:lnSpc>
                <a:spcPts val="1300"/>
              </a:lnSpc>
              <a:buNone/>
            </a:pPr>
            <a:r>
              <a:rPr lang="en-GB" sz="1200" noProof="0" dirty="0">
                <a:solidFill>
                  <a:schemeClr val="tx1">
                    <a:lumMod val="85000"/>
                    <a:lumOff val="15000"/>
                  </a:schemeClr>
                </a:solidFill>
                <a:latin typeface="+mj-lt"/>
              </a:rPr>
              <a:t>One harmonised AI framework across 27 countries</a:t>
            </a:r>
          </a:p>
        </p:txBody>
      </p:sp>
      <p:sp>
        <p:nvSpPr>
          <p:cNvPr id="44" name="Rechthoek: afgeronde hoeken 43">
            <a:extLst>
              <a:ext uri="{FF2B5EF4-FFF2-40B4-BE49-F238E27FC236}">
                <a16:creationId xmlns:a16="http://schemas.microsoft.com/office/drawing/2014/main" id="{621DC4F8-74FA-48D8-DBF9-66F966A509D1}"/>
              </a:ext>
            </a:extLst>
          </p:cNvPr>
          <p:cNvSpPr/>
          <p:nvPr/>
        </p:nvSpPr>
        <p:spPr>
          <a:xfrm>
            <a:off x="5129511" y="1365669"/>
            <a:ext cx="1932978" cy="626416"/>
          </a:xfrm>
          <a:prstGeom prst="roundRect">
            <a:avLst/>
          </a:prstGeom>
          <a:solidFill>
            <a:schemeClr val="tx1">
              <a:lumMod val="85000"/>
              <a:lumOff val="15000"/>
            </a:schemeClr>
          </a:solidFill>
          <a:ln>
            <a:noFill/>
          </a:ln>
        </p:spPr>
        <p:txBody>
          <a:bodyPr anchor="ctr" anchorCtr="1">
            <a:normAutofit/>
          </a:bodyPr>
          <a:lstStyle/>
          <a:p>
            <a:pPr algn="ctr">
              <a:buNone/>
            </a:pPr>
            <a:r>
              <a:rPr lang="en-GB" sz="1400" b="1" noProof="0" dirty="0">
                <a:solidFill>
                  <a:srgbClr val="FFFFFF"/>
                </a:solidFill>
                <a:latin typeface="DM Sans" pitchFamily="2" charset="0"/>
              </a:rPr>
              <a:t>CLARITY</a:t>
            </a:r>
          </a:p>
        </p:txBody>
      </p:sp>
      <p:sp>
        <p:nvSpPr>
          <p:cNvPr id="50" name="Rechthoek: afgeronde hoeken 49">
            <a:extLst>
              <a:ext uri="{FF2B5EF4-FFF2-40B4-BE49-F238E27FC236}">
                <a16:creationId xmlns:a16="http://schemas.microsoft.com/office/drawing/2014/main" id="{1FC71C6A-87D4-7015-6CBF-06E64671763B}"/>
              </a:ext>
            </a:extLst>
          </p:cNvPr>
          <p:cNvSpPr/>
          <p:nvPr/>
        </p:nvSpPr>
        <p:spPr>
          <a:xfrm>
            <a:off x="6831684" y="3818173"/>
            <a:ext cx="1769042" cy="743156"/>
          </a:xfrm>
          <a:prstGeom prst="roundRect">
            <a:avLst/>
          </a:prstGeom>
          <a:solidFill>
            <a:srgbClr val="FFFFFF"/>
          </a:solidFill>
          <a:ln w="19050">
            <a:solidFill>
              <a:schemeClr val="tx1">
                <a:lumMod val="85000"/>
                <a:lumOff val="15000"/>
              </a:schemeClr>
            </a:solidFill>
          </a:ln>
        </p:spPr>
        <p:txBody>
          <a:bodyPr wrap="square" anchor="ctr" anchorCtr="1">
            <a:normAutofit/>
          </a:bodyPr>
          <a:lstStyle/>
          <a:p>
            <a:pPr algn="ctr">
              <a:lnSpc>
                <a:spcPts val="1300"/>
              </a:lnSpc>
              <a:buNone/>
            </a:pPr>
            <a:r>
              <a:rPr lang="en-GB" sz="1200" noProof="0" dirty="0">
                <a:solidFill>
                  <a:schemeClr val="tx1">
                    <a:lumMod val="85000"/>
                    <a:lumOff val="15000"/>
                  </a:schemeClr>
                </a:solidFill>
                <a:latin typeface="+mj-lt"/>
              </a:rPr>
              <a:t>Sovereign AI talent and infrastructure investment</a:t>
            </a:r>
          </a:p>
        </p:txBody>
      </p:sp>
      <p:sp>
        <p:nvSpPr>
          <p:cNvPr id="64" name="Rechthoek: afgeronde hoeken 63">
            <a:extLst>
              <a:ext uri="{FF2B5EF4-FFF2-40B4-BE49-F238E27FC236}">
                <a16:creationId xmlns:a16="http://schemas.microsoft.com/office/drawing/2014/main" id="{F9B4409C-0E20-1533-CCB6-E0C111D87C26}"/>
              </a:ext>
            </a:extLst>
          </p:cNvPr>
          <p:cNvSpPr/>
          <p:nvPr/>
        </p:nvSpPr>
        <p:spPr>
          <a:xfrm>
            <a:off x="6749716" y="3221883"/>
            <a:ext cx="1932978" cy="626416"/>
          </a:xfrm>
          <a:prstGeom prst="roundRect">
            <a:avLst/>
          </a:prstGeom>
          <a:solidFill>
            <a:schemeClr val="tx1">
              <a:lumMod val="85000"/>
              <a:lumOff val="15000"/>
            </a:schemeClr>
          </a:solidFill>
          <a:ln>
            <a:noFill/>
          </a:ln>
        </p:spPr>
        <p:txBody>
          <a:bodyPr anchor="ctr" anchorCtr="1">
            <a:normAutofit/>
          </a:bodyPr>
          <a:lstStyle/>
          <a:p>
            <a:pPr algn="ctr">
              <a:buNone/>
            </a:pPr>
            <a:r>
              <a:rPr lang="en-GB" sz="1400" b="1" noProof="0" dirty="0">
                <a:solidFill>
                  <a:srgbClr val="FFFFFF"/>
                </a:solidFill>
                <a:latin typeface="DM Sans" pitchFamily="2" charset="0"/>
              </a:rPr>
              <a:t>CAPABILITY</a:t>
            </a:r>
          </a:p>
        </p:txBody>
      </p:sp>
      <p:sp>
        <p:nvSpPr>
          <p:cNvPr id="66" name="Rechthoek: afgeronde hoeken 65">
            <a:extLst>
              <a:ext uri="{FF2B5EF4-FFF2-40B4-BE49-F238E27FC236}">
                <a16:creationId xmlns:a16="http://schemas.microsoft.com/office/drawing/2014/main" id="{8377B188-E0FB-4C5F-7D34-952E1C242109}"/>
              </a:ext>
            </a:extLst>
          </p:cNvPr>
          <p:cNvSpPr/>
          <p:nvPr/>
        </p:nvSpPr>
        <p:spPr>
          <a:xfrm>
            <a:off x="3594921" y="3818173"/>
            <a:ext cx="1769042" cy="743156"/>
          </a:xfrm>
          <a:prstGeom prst="roundRect">
            <a:avLst/>
          </a:prstGeom>
          <a:solidFill>
            <a:srgbClr val="FFFFFF"/>
          </a:solidFill>
          <a:ln w="19050">
            <a:solidFill>
              <a:schemeClr val="tx1">
                <a:lumMod val="85000"/>
                <a:lumOff val="15000"/>
              </a:schemeClr>
            </a:solidFill>
          </a:ln>
        </p:spPr>
        <p:txBody>
          <a:bodyPr wrap="square" anchor="ctr" anchorCtr="1">
            <a:normAutofit/>
          </a:bodyPr>
          <a:lstStyle/>
          <a:p>
            <a:pPr algn="ctr">
              <a:lnSpc>
                <a:spcPts val="1300"/>
              </a:lnSpc>
              <a:buNone/>
            </a:pPr>
            <a:r>
              <a:rPr lang="en-GB" sz="1200" noProof="0" dirty="0">
                <a:solidFill>
                  <a:schemeClr val="tx1">
                    <a:lumMod val="85000"/>
                    <a:lumOff val="15000"/>
                  </a:schemeClr>
                </a:solidFill>
                <a:latin typeface="+mj-lt"/>
              </a:rPr>
              <a:t>Consumer, employee and B2B confidence premium</a:t>
            </a:r>
          </a:p>
        </p:txBody>
      </p:sp>
      <p:sp>
        <p:nvSpPr>
          <p:cNvPr id="67" name="Rechthoek: afgeronde hoeken 66">
            <a:extLst>
              <a:ext uri="{FF2B5EF4-FFF2-40B4-BE49-F238E27FC236}">
                <a16:creationId xmlns:a16="http://schemas.microsoft.com/office/drawing/2014/main" id="{4F8D23CC-3ED1-4FCD-5888-C033DF3FA6E1}"/>
              </a:ext>
            </a:extLst>
          </p:cNvPr>
          <p:cNvSpPr/>
          <p:nvPr/>
        </p:nvSpPr>
        <p:spPr>
          <a:xfrm>
            <a:off x="3512953" y="3221883"/>
            <a:ext cx="1932978" cy="626416"/>
          </a:xfrm>
          <a:prstGeom prst="roundRect">
            <a:avLst/>
          </a:prstGeom>
          <a:solidFill>
            <a:schemeClr val="tx1">
              <a:lumMod val="85000"/>
              <a:lumOff val="15000"/>
            </a:schemeClr>
          </a:solidFill>
          <a:ln>
            <a:noFill/>
          </a:ln>
        </p:spPr>
        <p:txBody>
          <a:bodyPr anchor="ctr" anchorCtr="1">
            <a:normAutofit/>
          </a:bodyPr>
          <a:lstStyle/>
          <a:p>
            <a:pPr algn="ctr">
              <a:buNone/>
            </a:pPr>
            <a:r>
              <a:rPr lang="en-GB" sz="1400" b="1" noProof="0" dirty="0">
                <a:solidFill>
                  <a:srgbClr val="FFFFFF"/>
                </a:solidFill>
                <a:latin typeface="DM Sans" pitchFamily="2" charset="0"/>
              </a:rPr>
              <a:t>TRUST</a:t>
            </a:r>
          </a:p>
        </p:txBody>
      </p:sp>
      <p:sp>
        <p:nvSpPr>
          <p:cNvPr id="71" name="Tekstvak 70">
            <a:extLst>
              <a:ext uri="{FF2B5EF4-FFF2-40B4-BE49-F238E27FC236}">
                <a16:creationId xmlns:a16="http://schemas.microsoft.com/office/drawing/2014/main" id="{44F0CEE2-75A9-23F6-CD28-FA93730694E5}"/>
              </a:ext>
            </a:extLst>
          </p:cNvPr>
          <p:cNvSpPr txBox="1"/>
          <p:nvPr/>
        </p:nvSpPr>
        <p:spPr>
          <a:xfrm>
            <a:off x="3161948" y="2326714"/>
            <a:ext cx="1616557" cy="259943"/>
          </a:xfrm>
          <a:prstGeom prst="rect">
            <a:avLst/>
          </a:prstGeom>
          <a:noFill/>
        </p:spPr>
        <p:txBody>
          <a:bodyPr wrap="square" rtlCol="0">
            <a:spAutoFit/>
          </a:bodyPr>
          <a:lstStyle/>
          <a:p>
            <a:pPr algn="r">
              <a:lnSpc>
                <a:spcPts val="1300"/>
              </a:lnSpc>
              <a:buNone/>
            </a:pPr>
            <a:r>
              <a:rPr lang="en-GB" sz="1200" i="1" noProof="0" dirty="0">
                <a:solidFill>
                  <a:schemeClr val="tx1">
                    <a:lumMod val="85000"/>
                    <a:lumOff val="15000"/>
                  </a:schemeClr>
                </a:solidFill>
              </a:rPr>
              <a:t>Clarity enables trust</a:t>
            </a:r>
          </a:p>
        </p:txBody>
      </p:sp>
      <p:sp>
        <p:nvSpPr>
          <p:cNvPr id="70" name="Tekstvak 69">
            <a:extLst>
              <a:ext uri="{FF2B5EF4-FFF2-40B4-BE49-F238E27FC236}">
                <a16:creationId xmlns:a16="http://schemas.microsoft.com/office/drawing/2014/main" id="{49859451-1415-D95D-EF8B-4234B39AAC77}"/>
              </a:ext>
            </a:extLst>
          </p:cNvPr>
          <p:cNvSpPr txBox="1"/>
          <p:nvPr/>
        </p:nvSpPr>
        <p:spPr>
          <a:xfrm>
            <a:off x="7476437" y="2253258"/>
            <a:ext cx="1446025" cy="426655"/>
          </a:xfrm>
          <a:prstGeom prst="rect">
            <a:avLst/>
          </a:prstGeom>
          <a:noFill/>
        </p:spPr>
        <p:txBody>
          <a:bodyPr wrap="square" rtlCol="0">
            <a:spAutoFit/>
          </a:bodyPr>
          <a:lstStyle/>
          <a:p>
            <a:pPr>
              <a:lnSpc>
                <a:spcPts val="1300"/>
              </a:lnSpc>
              <a:buNone/>
            </a:pPr>
            <a:r>
              <a:rPr lang="en-GB" sz="1200" i="1" noProof="0" dirty="0">
                <a:solidFill>
                  <a:schemeClr val="tx1">
                    <a:lumMod val="85000"/>
                    <a:lumOff val="15000"/>
                  </a:schemeClr>
                </a:solidFill>
              </a:rPr>
              <a:t>Capability strengthens clarity</a:t>
            </a:r>
          </a:p>
        </p:txBody>
      </p:sp>
      <p:sp>
        <p:nvSpPr>
          <p:cNvPr id="73" name="Tekstvak 72">
            <a:extLst>
              <a:ext uri="{FF2B5EF4-FFF2-40B4-BE49-F238E27FC236}">
                <a16:creationId xmlns:a16="http://schemas.microsoft.com/office/drawing/2014/main" id="{6803C6EE-D23C-C46B-608F-B26302FA2269}"/>
              </a:ext>
            </a:extLst>
          </p:cNvPr>
          <p:cNvSpPr txBox="1"/>
          <p:nvPr/>
        </p:nvSpPr>
        <p:spPr>
          <a:xfrm>
            <a:off x="5445931" y="3634534"/>
            <a:ext cx="1303785" cy="426655"/>
          </a:xfrm>
          <a:prstGeom prst="rect">
            <a:avLst/>
          </a:prstGeom>
          <a:noFill/>
        </p:spPr>
        <p:txBody>
          <a:bodyPr wrap="square" rtlCol="0">
            <a:spAutoFit/>
          </a:bodyPr>
          <a:lstStyle/>
          <a:p>
            <a:pPr algn="ctr">
              <a:lnSpc>
                <a:spcPts val="1300"/>
              </a:lnSpc>
              <a:buNone/>
            </a:pPr>
            <a:r>
              <a:rPr lang="en-GB" sz="1200" i="1" noProof="0" dirty="0">
                <a:solidFill>
                  <a:schemeClr val="tx1">
                    <a:lumMod val="85000"/>
                    <a:lumOff val="15000"/>
                  </a:schemeClr>
                </a:solidFill>
              </a:rPr>
              <a:t>Trust enables capability</a:t>
            </a:r>
          </a:p>
        </p:txBody>
      </p:sp>
      <p:pic>
        <p:nvPicPr>
          <p:cNvPr id="87" name="Afbeelding 86" descr="Afbeelding met tekst, schermopname, Lettertype, lijn&#10;&#10;Door AI gegenereerde inhoud is mogelijk onjuist.">
            <a:extLst>
              <a:ext uri="{FF2B5EF4-FFF2-40B4-BE49-F238E27FC236}">
                <a16:creationId xmlns:a16="http://schemas.microsoft.com/office/drawing/2014/main" id="{A2A4D0E7-95AC-E8C6-57A6-42E0222D9D65}"/>
              </a:ext>
            </a:extLst>
          </p:cNvPr>
          <p:cNvPicPr>
            <a:picLocks noChangeAspect="1"/>
          </p:cNvPicPr>
          <p:nvPr/>
        </p:nvPicPr>
        <p:blipFill>
          <a:blip r:embed="rId3"/>
          <a:stretch>
            <a:fillRect/>
          </a:stretch>
        </p:blipFill>
        <p:spPr>
          <a:xfrm>
            <a:off x="12192000" y="574489"/>
            <a:ext cx="5887816" cy="4144682"/>
          </a:xfrm>
          <a:prstGeom prst="rect">
            <a:avLst/>
          </a:prstGeom>
        </p:spPr>
      </p:pic>
    </p:spTree>
    <p:extLst>
      <p:ext uri="{BB962C8B-B14F-4D97-AF65-F5344CB8AC3E}">
        <p14:creationId xmlns:p14="http://schemas.microsoft.com/office/powerpoint/2010/main" val="14525481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02BF3D-FE41-717C-33E1-78FB6141019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D1C8DFE4-22E2-2B56-23FE-10A83A8E3238}"/>
              </a:ext>
            </a:extLst>
          </p:cNvPr>
          <p:cNvSpPr>
            <a:spLocks noGrp="1"/>
          </p:cNvSpPr>
          <p:nvPr>
            <p:ph type="title"/>
          </p:nvPr>
        </p:nvSpPr>
        <p:spPr/>
        <p:txBody>
          <a:bodyPr>
            <a:normAutofit/>
          </a:bodyPr>
          <a:lstStyle/>
          <a:p>
            <a:r>
              <a:rPr lang="en-GB" noProof="0" dirty="0"/>
              <a:t>AI Transformation framework for European CEO’s – not used</a:t>
            </a:r>
          </a:p>
        </p:txBody>
      </p:sp>
      <p:sp>
        <p:nvSpPr>
          <p:cNvPr id="4" name="Text Placeholder 3">
            <a:extLst>
              <a:ext uri="{FF2B5EF4-FFF2-40B4-BE49-F238E27FC236}">
                <a16:creationId xmlns:a16="http://schemas.microsoft.com/office/drawing/2014/main" id="{934FD04A-9782-DFEE-47DD-6E1AAA12FCC2}"/>
              </a:ext>
            </a:extLst>
          </p:cNvPr>
          <p:cNvSpPr>
            <a:spLocks noGrp="1"/>
          </p:cNvSpPr>
          <p:nvPr>
            <p:ph type="body" sz="quarter" idx="10"/>
          </p:nvPr>
        </p:nvSpPr>
        <p:spPr/>
        <p:txBody>
          <a:bodyPr/>
          <a:lstStyle/>
          <a:p>
            <a:r>
              <a:rPr lang="en-GB" noProof="0" dirty="0"/>
              <a:t>The Agentic Organisation</a:t>
            </a:r>
          </a:p>
        </p:txBody>
      </p:sp>
      <p:grpSp>
        <p:nvGrpSpPr>
          <p:cNvPr id="8" name="Groep 7">
            <a:extLst>
              <a:ext uri="{FF2B5EF4-FFF2-40B4-BE49-F238E27FC236}">
                <a16:creationId xmlns:a16="http://schemas.microsoft.com/office/drawing/2014/main" id="{218FE31E-3067-2A09-331D-DF2B79E20CB4}"/>
              </a:ext>
            </a:extLst>
          </p:cNvPr>
          <p:cNvGrpSpPr/>
          <p:nvPr/>
        </p:nvGrpSpPr>
        <p:grpSpPr>
          <a:xfrm>
            <a:off x="1876234" y="4986628"/>
            <a:ext cx="7031181" cy="773785"/>
            <a:chOff x="1876234" y="4962564"/>
            <a:chExt cx="7031181" cy="773785"/>
          </a:xfrm>
        </p:grpSpPr>
        <p:sp>
          <p:nvSpPr>
            <p:cNvPr id="14" name="Rectangle 13">
              <a:extLst>
                <a:ext uri="{FF2B5EF4-FFF2-40B4-BE49-F238E27FC236}">
                  <a16:creationId xmlns:a16="http://schemas.microsoft.com/office/drawing/2014/main" id="{36B940B1-BB64-5315-41EF-90659B2E2413}"/>
                </a:ext>
              </a:extLst>
            </p:cNvPr>
            <p:cNvSpPr/>
            <p:nvPr/>
          </p:nvSpPr>
          <p:spPr>
            <a:xfrm>
              <a:off x="6631404" y="4962564"/>
              <a:ext cx="2276011" cy="773785"/>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3" name="Rectangle 12">
              <a:extLst>
                <a:ext uri="{FF2B5EF4-FFF2-40B4-BE49-F238E27FC236}">
                  <a16:creationId xmlns:a16="http://schemas.microsoft.com/office/drawing/2014/main" id="{20F41343-C46A-FBF1-1A24-4EA457D0B60F}"/>
                </a:ext>
              </a:extLst>
            </p:cNvPr>
            <p:cNvSpPr/>
            <p:nvPr/>
          </p:nvSpPr>
          <p:spPr>
            <a:xfrm>
              <a:off x="4253819" y="4962564"/>
              <a:ext cx="2276011" cy="773785"/>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2" name="Rectangle 11">
              <a:extLst>
                <a:ext uri="{FF2B5EF4-FFF2-40B4-BE49-F238E27FC236}">
                  <a16:creationId xmlns:a16="http://schemas.microsoft.com/office/drawing/2014/main" id="{450D853E-5801-BE9A-A9B3-935AF7BBEE63}"/>
                </a:ext>
              </a:extLst>
            </p:cNvPr>
            <p:cNvSpPr/>
            <p:nvPr/>
          </p:nvSpPr>
          <p:spPr>
            <a:xfrm>
              <a:off x="1876234" y="4962564"/>
              <a:ext cx="2276011" cy="773785"/>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37" name="Groep 36">
              <a:extLst>
                <a:ext uri="{FF2B5EF4-FFF2-40B4-BE49-F238E27FC236}">
                  <a16:creationId xmlns:a16="http://schemas.microsoft.com/office/drawing/2014/main" id="{56269A69-5B02-D4EB-816D-DBD7047B2E28}"/>
                </a:ext>
              </a:extLst>
            </p:cNvPr>
            <p:cNvGrpSpPr/>
            <p:nvPr/>
          </p:nvGrpSpPr>
          <p:grpSpPr>
            <a:xfrm>
              <a:off x="2010738" y="5076990"/>
              <a:ext cx="6779081" cy="553998"/>
              <a:chOff x="2128334" y="5761585"/>
              <a:chExt cx="6779081" cy="553998"/>
            </a:xfrm>
          </p:grpSpPr>
          <p:sp>
            <p:nvSpPr>
              <p:cNvPr id="36" name="TextBox 35">
                <a:extLst>
                  <a:ext uri="{FF2B5EF4-FFF2-40B4-BE49-F238E27FC236}">
                    <a16:creationId xmlns:a16="http://schemas.microsoft.com/office/drawing/2014/main" id="{048AAE56-2291-A35C-FC29-51F1377E1343}"/>
                  </a:ext>
                </a:extLst>
              </p:cNvPr>
              <p:cNvSpPr txBox="1"/>
              <p:nvPr/>
            </p:nvSpPr>
            <p:spPr>
              <a:xfrm>
                <a:off x="6881479" y="5761585"/>
                <a:ext cx="2025936" cy="553998"/>
              </a:xfrm>
              <a:prstGeom prst="rect">
                <a:avLst/>
              </a:prstGeom>
              <a:noFill/>
            </p:spPr>
            <p:txBody>
              <a:bodyPr wrap="square" lIns="0" tIns="0" rIns="0" bIns="0" rtlCol="0">
                <a:spAutoFit/>
              </a:bodyPr>
              <a:lstStyle/>
              <a:p>
                <a:pPr>
                  <a:buSzPct val="100000"/>
                </a:pPr>
                <a:r>
                  <a:rPr lang="en-GB" sz="1200" b="1" noProof="0" dirty="0">
                    <a:latin typeface="DM Sans" pitchFamily="2" charset="0"/>
                  </a:rPr>
                  <a:t>Implementation</a:t>
                </a:r>
              </a:p>
              <a:p>
                <a:pPr>
                  <a:buSzPct val="100000"/>
                </a:pPr>
                <a:r>
                  <a:rPr lang="en-GB" sz="1200" noProof="0" dirty="0">
                    <a:solidFill>
                      <a:schemeClr val="tx1">
                        <a:lumMod val="75000"/>
                        <a:lumOff val="25000"/>
                      </a:schemeClr>
                    </a:solidFill>
                    <a:latin typeface="+mj-lt"/>
                  </a:rPr>
                  <a:t>Roadmap, big decisions, change management</a:t>
                </a:r>
              </a:p>
            </p:txBody>
          </p:sp>
          <p:sp>
            <p:nvSpPr>
              <p:cNvPr id="25" name="TextBox 24">
                <a:extLst>
                  <a:ext uri="{FF2B5EF4-FFF2-40B4-BE49-F238E27FC236}">
                    <a16:creationId xmlns:a16="http://schemas.microsoft.com/office/drawing/2014/main" id="{189602CF-355A-6230-5643-419DBC291A2F}"/>
                  </a:ext>
                </a:extLst>
              </p:cNvPr>
              <p:cNvSpPr txBox="1"/>
              <p:nvPr/>
            </p:nvSpPr>
            <p:spPr>
              <a:xfrm>
                <a:off x="2128334" y="5761585"/>
                <a:ext cx="1863549" cy="553998"/>
              </a:xfrm>
              <a:prstGeom prst="rect">
                <a:avLst/>
              </a:prstGeom>
              <a:noFill/>
            </p:spPr>
            <p:txBody>
              <a:bodyPr wrap="square" lIns="0" tIns="0" rIns="0" bIns="0" rtlCol="0">
                <a:spAutoFit/>
              </a:bodyPr>
              <a:lstStyle/>
              <a:p>
                <a:pPr>
                  <a:buSzPct val="100000"/>
                </a:pPr>
                <a:r>
                  <a:rPr lang="en-GB" sz="1200" b="1" noProof="0" dirty="0">
                    <a:latin typeface="DM Sans" pitchFamily="2" charset="0"/>
                  </a:rPr>
                  <a:t>Governance &amp; Metrics</a:t>
                </a:r>
              </a:p>
              <a:p>
                <a:pPr>
                  <a:buSzPct val="100000"/>
                </a:pPr>
                <a:r>
                  <a:rPr lang="en-GB" sz="1200" noProof="0" dirty="0">
                    <a:solidFill>
                      <a:schemeClr val="tx1">
                        <a:lumMod val="75000"/>
                        <a:lumOff val="25000"/>
                      </a:schemeClr>
                    </a:solidFill>
                    <a:latin typeface="+mj-lt"/>
                  </a:rPr>
                  <a:t>Definitions, targets, monitoring, steering</a:t>
                </a:r>
              </a:p>
            </p:txBody>
          </p:sp>
          <p:sp>
            <p:nvSpPr>
              <p:cNvPr id="10" name="TextBox 9">
                <a:extLst>
                  <a:ext uri="{FF2B5EF4-FFF2-40B4-BE49-F238E27FC236}">
                    <a16:creationId xmlns:a16="http://schemas.microsoft.com/office/drawing/2014/main" id="{BFFF8B29-C140-297A-7544-B05B466AF757}"/>
                  </a:ext>
                </a:extLst>
              </p:cNvPr>
              <p:cNvSpPr txBox="1"/>
              <p:nvPr/>
            </p:nvSpPr>
            <p:spPr>
              <a:xfrm>
                <a:off x="4503748" y="5761585"/>
                <a:ext cx="2026082" cy="553998"/>
              </a:xfrm>
              <a:prstGeom prst="rect">
                <a:avLst/>
              </a:prstGeom>
              <a:noFill/>
            </p:spPr>
            <p:txBody>
              <a:bodyPr wrap="square" lIns="0" tIns="0" rIns="0" bIns="0" rtlCol="0">
                <a:spAutoFit/>
              </a:bodyPr>
              <a:lstStyle/>
              <a:p>
                <a:pPr>
                  <a:buSzPct val="100000"/>
                </a:pPr>
                <a:r>
                  <a:rPr lang="en-GB" sz="1200" b="1" noProof="0" dirty="0">
                    <a:latin typeface="DM Sans" pitchFamily="2" charset="0"/>
                  </a:rPr>
                  <a:t>Financials</a:t>
                </a:r>
              </a:p>
              <a:p>
                <a:pPr>
                  <a:buSzPct val="100000"/>
                </a:pPr>
                <a:r>
                  <a:rPr lang="en-GB" sz="1200" noProof="0" dirty="0">
                    <a:solidFill>
                      <a:schemeClr val="tx1">
                        <a:lumMod val="75000"/>
                        <a:lumOff val="25000"/>
                      </a:schemeClr>
                    </a:solidFill>
                    <a:latin typeface="+mj-lt"/>
                  </a:rPr>
                  <a:t>ROI, cost analysis &amp; optimization, tracking</a:t>
                </a:r>
              </a:p>
            </p:txBody>
          </p:sp>
        </p:grpSp>
      </p:grpSp>
      <p:grpSp>
        <p:nvGrpSpPr>
          <p:cNvPr id="57" name="Groep 56">
            <a:extLst>
              <a:ext uri="{FF2B5EF4-FFF2-40B4-BE49-F238E27FC236}">
                <a16:creationId xmlns:a16="http://schemas.microsoft.com/office/drawing/2014/main" id="{5FAC7954-8774-CB5B-EEDE-A2D719145CF2}"/>
              </a:ext>
            </a:extLst>
          </p:cNvPr>
          <p:cNvGrpSpPr/>
          <p:nvPr/>
        </p:nvGrpSpPr>
        <p:grpSpPr>
          <a:xfrm>
            <a:off x="2174050" y="5898526"/>
            <a:ext cx="6429203" cy="780429"/>
            <a:chOff x="2216586" y="1752579"/>
            <a:chExt cx="6429203" cy="780429"/>
          </a:xfrm>
        </p:grpSpPr>
        <p:grpSp>
          <p:nvGrpSpPr>
            <p:cNvPr id="56" name="Groep 55">
              <a:extLst>
                <a:ext uri="{FF2B5EF4-FFF2-40B4-BE49-F238E27FC236}">
                  <a16:creationId xmlns:a16="http://schemas.microsoft.com/office/drawing/2014/main" id="{ED93F8E9-C9CA-F9CC-517E-FEFBE262BCBC}"/>
                </a:ext>
              </a:extLst>
            </p:cNvPr>
            <p:cNvGrpSpPr/>
            <p:nvPr/>
          </p:nvGrpSpPr>
          <p:grpSpPr>
            <a:xfrm>
              <a:off x="2216586" y="1752579"/>
              <a:ext cx="1882732" cy="780429"/>
              <a:chOff x="2010738" y="1760234"/>
              <a:chExt cx="1882732" cy="780429"/>
            </a:xfrm>
          </p:grpSpPr>
          <p:sp>
            <p:nvSpPr>
              <p:cNvPr id="40" name="Ovaal 39">
                <a:extLst>
                  <a:ext uri="{FF2B5EF4-FFF2-40B4-BE49-F238E27FC236}">
                    <a16:creationId xmlns:a16="http://schemas.microsoft.com/office/drawing/2014/main" id="{0C39892D-A604-84A4-92E9-08EB71B9CC0A}"/>
                  </a:ext>
                </a:extLst>
              </p:cNvPr>
              <p:cNvSpPr/>
              <p:nvPr/>
            </p:nvSpPr>
            <p:spPr>
              <a:xfrm>
                <a:off x="2010738" y="1760234"/>
                <a:ext cx="1882732" cy="780429"/>
              </a:xfrm>
              <a:prstGeom prst="ellipse">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45" name="TextBox 19">
                <a:extLst>
                  <a:ext uri="{FF2B5EF4-FFF2-40B4-BE49-F238E27FC236}">
                    <a16:creationId xmlns:a16="http://schemas.microsoft.com/office/drawing/2014/main" id="{3AE75E65-59FF-CFE1-1F5C-B4AD52EEF56A}"/>
                  </a:ext>
                </a:extLst>
              </p:cNvPr>
              <p:cNvSpPr txBox="1"/>
              <p:nvPr/>
            </p:nvSpPr>
            <p:spPr>
              <a:xfrm>
                <a:off x="2629602" y="2058115"/>
                <a:ext cx="645005" cy="184666"/>
              </a:xfrm>
              <a:prstGeom prst="rect">
                <a:avLst/>
              </a:prstGeom>
              <a:noFill/>
            </p:spPr>
            <p:txBody>
              <a:bodyPr wrap="square" lIns="0" tIns="0" rIns="0" bIns="0" rtlCol="0">
                <a:spAutoFit/>
              </a:bodyPr>
              <a:lstStyle/>
              <a:p>
                <a:pPr algn="ctr">
                  <a:buSzPct val="100000"/>
                </a:pPr>
                <a:r>
                  <a:rPr lang="en-GB" sz="1200" b="1" noProof="0" dirty="0">
                    <a:latin typeface="DM Sans" pitchFamily="2" charset="0"/>
                  </a:rPr>
                  <a:t>Value</a:t>
                </a:r>
                <a:endParaRPr lang="en-GB" sz="1200" noProof="0" dirty="0">
                  <a:latin typeface="DM Sans" pitchFamily="2" charset="0"/>
                </a:endParaRPr>
              </a:p>
            </p:txBody>
          </p:sp>
        </p:grpSp>
        <p:grpSp>
          <p:nvGrpSpPr>
            <p:cNvPr id="55" name="Groep 54">
              <a:extLst>
                <a:ext uri="{FF2B5EF4-FFF2-40B4-BE49-F238E27FC236}">
                  <a16:creationId xmlns:a16="http://schemas.microsoft.com/office/drawing/2014/main" id="{6CE53BE7-44F7-143C-B823-33BF0AEF725D}"/>
                </a:ext>
              </a:extLst>
            </p:cNvPr>
            <p:cNvGrpSpPr/>
            <p:nvPr/>
          </p:nvGrpSpPr>
          <p:grpSpPr>
            <a:xfrm>
              <a:off x="4489821" y="1752579"/>
              <a:ext cx="1882732" cy="780429"/>
              <a:chOff x="4152245" y="1760234"/>
              <a:chExt cx="1882732" cy="780429"/>
            </a:xfrm>
          </p:grpSpPr>
          <p:sp>
            <p:nvSpPr>
              <p:cNvPr id="46" name="Ovaal 45">
                <a:extLst>
                  <a:ext uri="{FF2B5EF4-FFF2-40B4-BE49-F238E27FC236}">
                    <a16:creationId xmlns:a16="http://schemas.microsoft.com/office/drawing/2014/main" id="{2CD23354-87F9-18DA-E35B-E7DB99920D26}"/>
                  </a:ext>
                </a:extLst>
              </p:cNvPr>
              <p:cNvSpPr/>
              <p:nvPr/>
            </p:nvSpPr>
            <p:spPr>
              <a:xfrm>
                <a:off x="4152245" y="1760234"/>
                <a:ext cx="1882732" cy="780429"/>
              </a:xfrm>
              <a:prstGeom prst="ellipse">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49" name="TextBox 19">
                <a:extLst>
                  <a:ext uri="{FF2B5EF4-FFF2-40B4-BE49-F238E27FC236}">
                    <a16:creationId xmlns:a16="http://schemas.microsoft.com/office/drawing/2014/main" id="{9365DEC0-B866-63BB-7E1A-4524C1DAE39E}"/>
                  </a:ext>
                </a:extLst>
              </p:cNvPr>
              <p:cNvSpPr txBox="1"/>
              <p:nvPr/>
            </p:nvSpPr>
            <p:spPr>
              <a:xfrm>
                <a:off x="4616135" y="2058115"/>
                <a:ext cx="954954" cy="184666"/>
              </a:xfrm>
              <a:prstGeom prst="rect">
                <a:avLst/>
              </a:prstGeom>
              <a:noFill/>
            </p:spPr>
            <p:txBody>
              <a:bodyPr wrap="square" lIns="0" tIns="0" rIns="0" bIns="0" rtlCol="0">
                <a:spAutoFit/>
              </a:bodyPr>
              <a:lstStyle/>
              <a:p>
                <a:pPr algn="ctr">
                  <a:buSzPct val="100000"/>
                </a:pPr>
                <a:r>
                  <a:rPr lang="en-GB" sz="1200" b="1" noProof="0" dirty="0">
                    <a:latin typeface="DM Sans" pitchFamily="2" charset="0"/>
                  </a:rPr>
                  <a:t>Capabilities</a:t>
                </a:r>
                <a:endParaRPr lang="en-GB" sz="1200" noProof="0" dirty="0">
                  <a:latin typeface="DM Sans" pitchFamily="2" charset="0"/>
                </a:endParaRPr>
              </a:p>
            </p:txBody>
          </p:sp>
        </p:grpSp>
        <p:grpSp>
          <p:nvGrpSpPr>
            <p:cNvPr id="54" name="Groep 53">
              <a:extLst>
                <a:ext uri="{FF2B5EF4-FFF2-40B4-BE49-F238E27FC236}">
                  <a16:creationId xmlns:a16="http://schemas.microsoft.com/office/drawing/2014/main" id="{CECA09D3-9264-62F3-BAE6-1135511429AE}"/>
                </a:ext>
              </a:extLst>
            </p:cNvPr>
            <p:cNvGrpSpPr/>
            <p:nvPr/>
          </p:nvGrpSpPr>
          <p:grpSpPr>
            <a:xfrm>
              <a:off x="6763057" y="1752579"/>
              <a:ext cx="1882732" cy="780429"/>
              <a:chOff x="6166283" y="1760234"/>
              <a:chExt cx="1882732" cy="780429"/>
            </a:xfrm>
          </p:grpSpPr>
          <p:sp>
            <p:nvSpPr>
              <p:cNvPr id="50" name="Ovaal 49">
                <a:extLst>
                  <a:ext uri="{FF2B5EF4-FFF2-40B4-BE49-F238E27FC236}">
                    <a16:creationId xmlns:a16="http://schemas.microsoft.com/office/drawing/2014/main" id="{6FB73AF7-E513-6F37-FB56-392BD4CD957A}"/>
                  </a:ext>
                </a:extLst>
              </p:cNvPr>
              <p:cNvSpPr/>
              <p:nvPr/>
            </p:nvSpPr>
            <p:spPr>
              <a:xfrm>
                <a:off x="6166283" y="1760234"/>
                <a:ext cx="1882732" cy="780429"/>
              </a:xfrm>
              <a:prstGeom prst="ellipse">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51" name="TextBox 19">
                <a:extLst>
                  <a:ext uri="{FF2B5EF4-FFF2-40B4-BE49-F238E27FC236}">
                    <a16:creationId xmlns:a16="http://schemas.microsoft.com/office/drawing/2014/main" id="{3753C1F5-D79F-FF2D-6911-798E4DEF1A18}"/>
                  </a:ext>
                </a:extLst>
              </p:cNvPr>
              <p:cNvSpPr txBox="1"/>
              <p:nvPr/>
            </p:nvSpPr>
            <p:spPr>
              <a:xfrm>
                <a:off x="6630173" y="2058115"/>
                <a:ext cx="954954" cy="184666"/>
              </a:xfrm>
              <a:prstGeom prst="rect">
                <a:avLst/>
              </a:prstGeom>
              <a:noFill/>
            </p:spPr>
            <p:txBody>
              <a:bodyPr wrap="square" lIns="0" tIns="0" rIns="0" bIns="0" rtlCol="0">
                <a:spAutoFit/>
              </a:bodyPr>
              <a:lstStyle/>
              <a:p>
                <a:pPr algn="ctr">
                  <a:buSzPct val="100000"/>
                </a:pPr>
                <a:r>
                  <a:rPr lang="en-GB" sz="1200" b="1" noProof="0" dirty="0">
                    <a:latin typeface="DM Sans" pitchFamily="2" charset="0"/>
                  </a:rPr>
                  <a:t>Trust</a:t>
                </a:r>
                <a:endParaRPr lang="en-GB" sz="1200" noProof="0" dirty="0">
                  <a:latin typeface="DM Sans" pitchFamily="2" charset="0"/>
                </a:endParaRPr>
              </a:p>
            </p:txBody>
          </p:sp>
        </p:grpSp>
      </p:grpSp>
    </p:spTree>
    <p:extLst>
      <p:ext uri="{BB962C8B-B14F-4D97-AF65-F5344CB8AC3E}">
        <p14:creationId xmlns:p14="http://schemas.microsoft.com/office/powerpoint/2010/main" val="3418198643"/>
      </p:ext>
    </p:extLst>
  </p:cSld>
  <p:clrMapOvr>
    <a:masterClrMapping/>
  </p:clrMapOvr>
</p:sld>
</file>

<file path=ppt/theme/theme1.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F536AF62-6CEC-4109-8F30-E79D17945B4A}">
  <we:reference id="wa200010001" version="1.0.0.0" store="en-US" storeType="OMEX"/>
  <we:alternateReferences>
    <we:reference id="WA200010001" version="1.0.0.0" store="" storeType="OMEX"/>
  </we:alternateReferences>
  <we:properties>
    <we:property name="Office.AutoShowTaskpaneWithDocument" value="true"/>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180</TotalTime>
  <Words>405</Words>
  <Application>Microsoft Office PowerPoint</Application>
  <PresentationFormat>Breedbeeld</PresentationFormat>
  <Paragraphs>61</Paragraphs>
  <Slides>5</Slides>
  <Notes>5</Notes>
  <HiddenSlides>0</HiddenSlides>
  <MMClips>0</MMClips>
  <ScaleCrop>false</ScaleCrop>
  <HeadingPairs>
    <vt:vector size="6" baseType="variant">
      <vt:variant>
        <vt:lpstr>Gebruikte lettertypen</vt:lpstr>
      </vt:variant>
      <vt:variant>
        <vt:i4>9</vt:i4>
      </vt:variant>
      <vt:variant>
        <vt:lpstr>Thema</vt:lpstr>
      </vt:variant>
      <vt:variant>
        <vt:i4>1</vt:i4>
      </vt:variant>
      <vt:variant>
        <vt:lpstr>Diatitels</vt:lpstr>
      </vt:variant>
      <vt:variant>
        <vt:i4>5</vt:i4>
      </vt:variant>
    </vt:vector>
  </HeadingPairs>
  <TitlesOfParts>
    <vt:vector size="15" baseType="lpstr">
      <vt:lpstr>Aptos</vt:lpstr>
      <vt:lpstr>Aptos Display</vt:lpstr>
      <vt:lpstr>Arial</vt:lpstr>
      <vt:lpstr>DM Sans</vt:lpstr>
      <vt:lpstr>DM Sans Medium</vt:lpstr>
      <vt:lpstr>Garamond</vt:lpstr>
      <vt:lpstr>Gill Sans Nova</vt:lpstr>
      <vt:lpstr>Montserrat</vt:lpstr>
      <vt:lpstr>Sans Serif Collection</vt:lpstr>
      <vt:lpstr>Kantoorthema</vt:lpstr>
      <vt:lpstr>Book cover</vt:lpstr>
      <vt:lpstr>AI Transformation Framework</vt:lpstr>
      <vt:lpstr>Decision lens for AI investments</vt:lpstr>
      <vt:lpstr>The European Advantage Triad</vt:lpstr>
      <vt:lpstr>AI Transformation framework for European CEO’s – not used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Stephan Hartgers</dc:creator>
  <cp:lastModifiedBy>Stephan Hartgers</cp:lastModifiedBy>
  <cp:revision>16</cp:revision>
  <dcterms:created xsi:type="dcterms:W3CDTF">2026-03-01T16:43:58Z</dcterms:created>
  <dcterms:modified xsi:type="dcterms:W3CDTF">2026-03-02T23:08:21Z</dcterms:modified>
</cp:coreProperties>
</file>