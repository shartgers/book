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147480368" r:id="rId2"/>
    <p:sldId id="2147480366" r:id="rId3"/>
    <p:sldId id="2147480381" r:id="rId4"/>
    <p:sldId id="2147480382" r:id="rId5"/>
    <p:sldId id="2147480383" r:id="rId6"/>
    <p:sldId id="2147480372" r:id="rId7"/>
    <p:sldId id="2147480380" r:id="rId8"/>
    <p:sldId id="2147480367"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B3A6B"/>
    <a:srgbClr val="4B5B6B"/>
    <a:srgbClr val="627281"/>
    <a:srgbClr val="546473"/>
    <a:srgbClr val="576879"/>
    <a:srgbClr val="94A6B4"/>
    <a:srgbClr val="3F4F5E"/>
    <a:srgbClr val="1E2933"/>
    <a:srgbClr val="526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FC823B6-5D4F-41CA-8B02-551D95EA8BB9}" v="1" dt="2026-03-01T16:56:22.7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062" autoAdjust="0"/>
    <p:restoredTop sz="94660"/>
  </p:normalViewPr>
  <p:slideViewPr>
    <p:cSldViewPr snapToGrid="0" showGuides="1">
      <p:cViewPr varScale="1">
        <p:scale>
          <a:sx n="99" d="100"/>
          <a:sy n="99" d="100"/>
        </p:scale>
        <p:origin x="2016" y="29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han Hartgers" userId="3ce558ff999c0d3f" providerId="LiveId" clId="{4B5D78F8-DE07-46C6-852D-C1A30D9204AF}"/>
    <pc:docChg chg="undo custSel modSld">
      <pc:chgData name="Stephan Hartgers" userId="3ce558ff999c0d3f" providerId="LiveId" clId="{4B5D78F8-DE07-46C6-852D-C1A30D9204AF}" dt="2026-03-01T16:56:22.740" v="2" actId="164"/>
      <pc:docMkLst>
        <pc:docMk/>
      </pc:docMkLst>
      <pc:sldChg chg="addSp modSp mod">
        <pc:chgData name="Stephan Hartgers" userId="3ce558ff999c0d3f" providerId="LiveId" clId="{4B5D78F8-DE07-46C6-852D-C1A30D9204AF}" dt="2026-03-01T16:56:22.740" v="2" actId="164"/>
        <pc:sldMkLst>
          <pc:docMk/>
          <pc:sldMk cId="3155234622" sldId="2147480366"/>
        </pc:sldMkLst>
        <pc:spChg chg="mod">
          <ac:chgData name="Stephan Hartgers" userId="3ce558ff999c0d3f" providerId="LiveId" clId="{4B5D78F8-DE07-46C6-852D-C1A30D9204AF}" dt="2026-03-01T16:56:18.575" v="1" actId="1076"/>
          <ac:spMkLst>
            <pc:docMk/>
            <pc:sldMk cId="3155234622" sldId="2147480366"/>
            <ac:spMk id="3" creationId="{B3A34B42-FB4F-0FAB-9E0C-B9D4240D7263}"/>
          </ac:spMkLst>
        </pc:spChg>
        <pc:spChg chg="mod">
          <ac:chgData name="Stephan Hartgers" userId="3ce558ff999c0d3f" providerId="LiveId" clId="{4B5D78F8-DE07-46C6-852D-C1A30D9204AF}" dt="2026-03-01T16:56:22.740" v="2" actId="164"/>
          <ac:spMkLst>
            <pc:docMk/>
            <pc:sldMk cId="3155234622" sldId="2147480366"/>
            <ac:spMk id="13" creationId="{20F41343-C46A-FBF1-1A24-4EA457D0B60F}"/>
          </ac:spMkLst>
        </pc:spChg>
        <pc:spChg chg="mod">
          <ac:chgData name="Stephan Hartgers" userId="3ce558ff999c0d3f" providerId="LiveId" clId="{4B5D78F8-DE07-46C6-852D-C1A30D9204AF}" dt="2026-03-01T16:56:22.740" v="2" actId="164"/>
          <ac:spMkLst>
            <pc:docMk/>
            <pc:sldMk cId="3155234622" sldId="2147480366"/>
            <ac:spMk id="14" creationId="{36B940B1-BB64-5315-41EF-90659B2E2413}"/>
          </ac:spMkLst>
        </pc:spChg>
        <pc:spChg chg="mod">
          <ac:chgData name="Stephan Hartgers" userId="3ce558ff999c0d3f" providerId="LiveId" clId="{4B5D78F8-DE07-46C6-852D-C1A30D9204AF}" dt="2026-03-01T16:56:22.740" v="2" actId="164"/>
          <ac:spMkLst>
            <pc:docMk/>
            <pc:sldMk cId="3155234622" sldId="2147480366"/>
            <ac:spMk id="17" creationId="{4DC9BA65-02F5-9778-D996-0E43F5050B58}"/>
          </ac:spMkLst>
        </pc:spChg>
        <pc:spChg chg="mod">
          <ac:chgData name="Stephan Hartgers" userId="3ce558ff999c0d3f" providerId="LiveId" clId="{4B5D78F8-DE07-46C6-852D-C1A30D9204AF}" dt="2026-03-01T16:56:22.740" v="2" actId="164"/>
          <ac:spMkLst>
            <pc:docMk/>
            <pc:sldMk cId="3155234622" sldId="2147480366"/>
            <ac:spMk id="20" creationId="{1C285D34-3103-3FC5-CA90-096D3DDE0E6B}"/>
          </ac:spMkLst>
        </pc:spChg>
        <pc:spChg chg="mod">
          <ac:chgData name="Stephan Hartgers" userId="3ce558ff999c0d3f" providerId="LiveId" clId="{4B5D78F8-DE07-46C6-852D-C1A30D9204AF}" dt="2026-03-01T16:56:22.740" v="2" actId="164"/>
          <ac:spMkLst>
            <pc:docMk/>
            <pc:sldMk cId="3155234622" sldId="2147480366"/>
            <ac:spMk id="43" creationId="{77F83771-69DC-DE58-F493-65CEDB545E5C}"/>
          </ac:spMkLst>
        </pc:spChg>
        <pc:spChg chg="mod">
          <ac:chgData name="Stephan Hartgers" userId="3ce558ff999c0d3f" providerId="LiveId" clId="{4B5D78F8-DE07-46C6-852D-C1A30D9204AF}" dt="2026-03-01T16:56:22.740" v="2" actId="164"/>
          <ac:spMkLst>
            <pc:docMk/>
            <pc:sldMk cId="3155234622" sldId="2147480366"/>
            <ac:spMk id="140" creationId="{803139DD-F140-2E13-C535-DBA32BD2249E}"/>
          </ac:spMkLst>
        </pc:spChg>
        <pc:spChg chg="mod">
          <ac:chgData name="Stephan Hartgers" userId="3ce558ff999c0d3f" providerId="LiveId" clId="{4B5D78F8-DE07-46C6-852D-C1A30D9204AF}" dt="2026-03-01T16:56:22.740" v="2" actId="164"/>
          <ac:spMkLst>
            <pc:docMk/>
            <pc:sldMk cId="3155234622" sldId="2147480366"/>
            <ac:spMk id="141" creationId="{AE8C815B-7E18-CE74-1D37-2454B20069A0}"/>
          </ac:spMkLst>
        </pc:spChg>
        <pc:spChg chg="mod">
          <ac:chgData name="Stephan Hartgers" userId="3ce558ff999c0d3f" providerId="LiveId" clId="{4B5D78F8-DE07-46C6-852D-C1A30D9204AF}" dt="2026-03-01T16:56:22.740" v="2" actId="164"/>
          <ac:spMkLst>
            <pc:docMk/>
            <pc:sldMk cId="3155234622" sldId="2147480366"/>
            <ac:spMk id="151" creationId="{DA84A920-84E4-D38E-DFB7-5C496D13FC0A}"/>
          </ac:spMkLst>
        </pc:spChg>
        <pc:spChg chg="mod">
          <ac:chgData name="Stephan Hartgers" userId="3ce558ff999c0d3f" providerId="LiveId" clId="{4B5D78F8-DE07-46C6-852D-C1A30D9204AF}" dt="2026-03-01T16:56:22.740" v="2" actId="164"/>
          <ac:spMkLst>
            <pc:docMk/>
            <pc:sldMk cId="3155234622" sldId="2147480366"/>
            <ac:spMk id="154" creationId="{55D2C2E2-60C1-A4D8-155A-29C4AE9102DC}"/>
          </ac:spMkLst>
        </pc:spChg>
        <pc:spChg chg="mod">
          <ac:chgData name="Stephan Hartgers" userId="3ce558ff999c0d3f" providerId="LiveId" clId="{4B5D78F8-DE07-46C6-852D-C1A30D9204AF}" dt="2026-03-01T16:56:22.740" v="2" actId="164"/>
          <ac:spMkLst>
            <pc:docMk/>
            <pc:sldMk cId="3155234622" sldId="2147480366"/>
            <ac:spMk id="165" creationId="{C8B0295D-55E0-BE71-18DC-D49D90CE705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B7A3DB-122E-499C-AAFB-3D4665CBCADB}" type="datetimeFigureOut">
              <a:rPr lang="en-GB" smtClean="0"/>
              <a:t>18/03/2026</a:t>
            </a:fld>
            <a:endParaRPr lang="en-GB"/>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8BCE29-0DCC-4890-A91F-1AD6D7B8A69F}" type="slidenum">
              <a:rPr lang="en-GB" smtClean="0"/>
              <a:t>‹nr.›</a:t>
            </a:fld>
            <a:endParaRPr lang="en-GB"/>
          </a:p>
        </p:txBody>
      </p:sp>
    </p:spTree>
    <p:extLst>
      <p:ext uri="{BB962C8B-B14F-4D97-AF65-F5344CB8AC3E}">
        <p14:creationId xmlns:p14="http://schemas.microsoft.com/office/powerpoint/2010/main" val="4299860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5450A-C4D7-1430-C644-50F3F198E5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92276-1454-3270-B3A5-C743FFF3D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3543F5-304A-1D65-0A71-730E5FE7802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BBB26A6-51FB-0ED0-1F61-4CA82ADDFC51}"/>
              </a:ext>
            </a:extLst>
          </p:cNvPr>
          <p:cNvSpPr>
            <a:spLocks noGrp="1"/>
          </p:cNvSpPr>
          <p:nvPr>
            <p:ph type="sldNum" sz="quarter" idx="5"/>
          </p:nvPr>
        </p:nvSpPr>
        <p:spPr/>
        <p:txBody>
          <a:bodyPr/>
          <a:lstStyle/>
          <a:p>
            <a:fld id="{BA1AFD66-2597-4960-86E3-D00E2B43A69D}" type="slidenum">
              <a:rPr lang="en-GB" smtClean="0"/>
              <a:t>1</a:t>
            </a:fld>
            <a:endParaRPr lang="en-GB"/>
          </a:p>
        </p:txBody>
      </p:sp>
    </p:spTree>
    <p:extLst>
      <p:ext uri="{BB962C8B-B14F-4D97-AF65-F5344CB8AC3E}">
        <p14:creationId xmlns:p14="http://schemas.microsoft.com/office/powerpoint/2010/main" val="20578136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A1AFD66-2597-4960-86E3-D00E2B43A69D}" type="slidenum">
              <a:rPr lang="en-GB" smtClean="0"/>
              <a:t>2</a:t>
            </a:fld>
            <a:endParaRPr lang="en-GB"/>
          </a:p>
        </p:txBody>
      </p:sp>
    </p:spTree>
    <p:extLst>
      <p:ext uri="{BB962C8B-B14F-4D97-AF65-F5344CB8AC3E}">
        <p14:creationId xmlns:p14="http://schemas.microsoft.com/office/powerpoint/2010/main" val="9855294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AC376-0B55-5161-24EA-87A450FE77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E9BA99-8135-2F6E-375A-A84D7D90D5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267A88-4BCC-2B98-B9CC-259BB3226B8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644C475-3E9F-6FD3-3AF7-C3192FEF35AD}"/>
              </a:ext>
            </a:extLst>
          </p:cNvPr>
          <p:cNvSpPr>
            <a:spLocks noGrp="1"/>
          </p:cNvSpPr>
          <p:nvPr>
            <p:ph type="sldNum" sz="quarter" idx="5"/>
          </p:nvPr>
        </p:nvSpPr>
        <p:spPr/>
        <p:txBody>
          <a:bodyPr/>
          <a:lstStyle/>
          <a:p>
            <a:fld id="{BA1AFD66-2597-4960-86E3-D00E2B43A69D}" type="slidenum">
              <a:rPr lang="en-GB" smtClean="0"/>
              <a:t>3</a:t>
            </a:fld>
            <a:endParaRPr lang="en-GB"/>
          </a:p>
        </p:txBody>
      </p:sp>
    </p:spTree>
    <p:extLst>
      <p:ext uri="{BB962C8B-B14F-4D97-AF65-F5344CB8AC3E}">
        <p14:creationId xmlns:p14="http://schemas.microsoft.com/office/powerpoint/2010/main" val="10709620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F22E4-FA30-2B59-D474-BBAB9E2568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A54A3B-3B69-3A33-FAF6-C774D37CD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E6AD24-7AC9-7116-B3D0-5A10C9A8AB7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5E05A93-6EA3-EE2C-1B02-62CCB8FBB3A3}"/>
              </a:ext>
            </a:extLst>
          </p:cNvPr>
          <p:cNvSpPr>
            <a:spLocks noGrp="1"/>
          </p:cNvSpPr>
          <p:nvPr>
            <p:ph type="sldNum" sz="quarter" idx="5"/>
          </p:nvPr>
        </p:nvSpPr>
        <p:spPr/>
        <p:txBody>
          <a:bodyPr/>
          <a:lstStyle/>
          <a:p>
            <a:fld id="{BA1AFD66-2597-4960-86E3-D00E2B43A69D}" type="slidenum">
              <a:rPr lang="en-GB" smtClean="0"/>
              <a:t>4</a:t>
            </a:fld>
            <a:endParaRPr lang="en-GB"/>
          </a:p>
        </p:txBody>
      </p:sp>
    </p:spTree>
    <p:extLst>
      <p:ext uri="{BB962C8B-B14F-4D97-AF65-F5344CB8AC3E}">
        <p14:creationId xmlns:p14="http://schemas.microsoft.com/office/powerpoint/2010/main" val="9848590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598BA-505B-8658-A0F0-312B994AD1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98115-B372-6657-0B5B-B699AA6AE1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24BD0D-162A-024C-9EA9-CD5BC1B54C9D}"/>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1B25D305-97D7-90DB-2F6A-67129919156C}"/>
              </a:ext>
            </a:extLst>
          </p:cNvPr>
          <p:cNvSpPr>
            <a:spLocks noGrp="1"/>
          </p:cNvSpPr>
          <p:nvPr>
            <p:ph type="sldNum" sz="quarter" idx="5"/>
          </p:nvPr>
        </p:nvSpPr>
        <p:spPr/>
        <p:txBody>
          <a:bodyPr/>
          <a:lstStyle/>
          <a:p>
            <a:fld id="{BA1AFD66-2597-4960-86E3-D00E2B43A69D}" type="slidenum">
              <a:rPr lang="en-GB" smtClean="0"/>
              <a:t>5</a:t>
            </a:fld>
            <a:endParaRPr lang="en-GB"/>
          </a:p>
        </p:txBody>
      </p:sp>
    </p:spTree>
    <p:extLst>
      <p:ext uri="{BB962C8B-B14F-4D97-AF65-F5344CB8AC3E}">
        <p14:creationId xmlns:p14="http://schemas.microsoft.com/office/powerpoint/2010/main" val="29041587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E62BF-62B2-82DC-C376-73CE779387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23FAB7-0002-0B74-BC80-BE2ABD3020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095350-E688-5761-4C18-C360C5E907EF}"/>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3885E98-BCCF-D095-084B-9A2B890105DE}"/>
              </a:ext>
            </a:extLst>
          </p:cNvPr>
          <p:cNvSpPr>
            <a:spLocks noGrp="1"/>
          </p:cNvSpPr>
          <p:nvPr>
            <p:ph type="sldNum" sz="quarter" idx="5"/>
          </p:nvPr>
        </p:nvSpPr>
        <p:spPr/>
        <p:txBody>
          <a:bodyPr/>
          <a:lstStyle/>
          <a:p>
            <a:fld id="{BA1AFD66-2597-4960-86E3-D00E2B43A69D}" type="slidenum">
              <a:rPr lang="en-GB" smtClean="0"/>
              <a:t>6</a:t>
            </a:fld>
            <a:endParaRPr lang="en-GB"/>
          </a:p>
        </p:txBody>
      </p:sp>
    </p:spTree>
    <p:extLst>
      <p:ext uri="{BB962C8B-B14F-4D97-AF65-F5344CB8AC3E}">
        <p14:creationId xmlns:p14="http://schemas.microsoft.com/office/powerpoint/2010/main" val="29610186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0502-7047-1D54-BEEE-7810E0F8A7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9B4AA-586D-DF9D-590A-BC966D9C65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7601EE-D672-03C3-C50B-CEEAE42313E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EC213F6-456D-85D1-D133-579BF8369F4E}"/>
              </a:ext>
            </a:extLst>
          </p:cNvPr>
          <p:cNvSpPr>
            <a:spLocks noGrp="1"/>
          </p:cNvSpPr>
          <p:nvPr>
            <p:ph type="sldNum" sz="quarter" idx="5"/>
          </p:nvPr>
        </p:nvSpPr>
        <p:spPr/>
        <p:txBody>
          <a:bodyPr/>
          <a:lstStyle/>
          <a:p>
            <a:fld id="{BA1AFD66-2597-4960-86E3-D00E2B43A69D}" type="slidenum">
              <a:rPr lang="en-GB" smtClean="0"/>
              <a:t>7</a:t>
            </a:fld>
            <a:endParaRPr lang="en-GB"/>
          </a:p>
        </p:txBody>
      </p:sp>
    </p:spTree>
    <p:extLst>
      <p:ext uri="{BB962C8B-B14F-4D97-AF65-F5344CB8AC3E}">
        <p14:creationId xmlns:p14="http://schemas.microsoft.com/office/powerpoint/2010/main" val="11647628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DBEA-249C-C242-148C-48F7018625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F22EEB-C303-C2A5-8D9D-1A69098FCD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854394-2E02-F59C-3637-C4FD9029600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8D901B4-4B31-A81F-86D7-37D4F9F19EA1}"/>
              </a:ext>
            </a:extLst>
          </p:cNvPr>
          <p:cNvSpPr>
            <a:spLocks noGrp="1"/>
          </p:cNvSpPr>
          <p:nvPr>
            <p:ph type="sldNum" sz="quarter" idx="5"/>
          </p:nvPr>
        </p:nvSpPr>
        <p:spPr/>
        <p:txBody>
          <a:bodyPr/>
          <a:lstStyle/>
          <a:p>
            <a:fld id="{BA1AFD66-2597-4960-86E3-D00E2B43A69D}" type="slidenum">
              <a:rPr lang="en-GB" smtClean="0"/>
              <a:t>8</a:t>
            </a:fld>
            <a:endParaRPr lang="en-GB"/>
          </a:p>
        </p:txBody>
      </p:sp>
    </p:spTree>
    <p:extLst>
      <p:ext uri="{BB962C8B-B14F-4D97-AF65-F5344CB8AC3E}">
        <p14:creationId xmlns:p14="http://schemas.microsoft.com/office/powerpoint/2010/main" val="21718625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AE781F1-1DDD-70AD-2B31-A4AC53AA0EFB}"/>
              </a:ext>
            </a:extLst>
          </p:cNvPr>
          <p:cNvSpPr>
            <a:spLocks noGrp="1"/>
          </p:cNvSpPr>
          <p:nvPr>
            <p:ph type="ctrTitle"/>
          </p:nvPr>
        </p:nvSpPr>
        <p:spPr>
          <a:xfrm>
            <a:off x="1524000" y="1122363"/>
            <a:ext cx="9144000" cy="2387600"/>
          </a:xfrm>
        </p:spPr>
        <p:txBody>
          <a:bodyPr anchor="b"/>
          <a:lstStyle>
            <a:lvl1pPr algn="ctr">
              <a:defRPr sz="6000"/>
            </a:lvl1pPr>
          </a:lstStyle>
          <a:p>
            <a:r>
              <a:rPr lang="nl-NL"/>
              <a:t>Klik om stijl te bewerken</a:t>
            </a:r>
            <a:endParaRPr lang="en-GB"/>
          </a:p>
        </p:txBody>
      </p:sp>
      <p:sp>
        <p:nvSpPr>
          <p:cNvPr id="3" name="Ondertitel 2">
            <a:extLst>
              <a:ext uri="{FF2B5EF4-FFF2-40B4-BE49-F238E27FC236}">
                <a16:creationId xmlns:a16="http://schemas.microsoft.com/office/drawing/2014/main" id="{103A3327-3598-1461-CCA0-9A6AFE661B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endParaRPr lang="en-GB"/>
          </a:p>
        </p:txBody>
      </p:sp>
      <p:sp>
        <p:nvSpPr>
          <p:cNvPr id="4" name="Tijdelijke aanduiding voor datum 3">
            <a:extLst>
              <a:ext uri="{FF2B5EF4-FFF2-40B4-BE49-F238E27FC236}">
                <a16:creationId xmlns:a16="http://schemas.microsoft.com/office/drawing/2014/main" id="{E9E65A24-ED99-7452-1BC7-5ED0DB6C0D17}"/>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345B1F13-BCB2-5D4E-7588-56C49077CDC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D79200AD-AF2E-3A67-0026-2378AE83006B}"/>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7854939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7CF8EB-816D-FDCD-F302-CED864944E31}"/>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BF55245D-87C1-0161-98CC-46D6DC0C0997}"/>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631DF2A7-EF22-A176-7903-A7448C65A76A}"/>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0915440C-9C34-49CB-D98D-D473F32CFCE9}"/>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7BFA2633-60BD-1801-CFC0-CFC2CC6823C7}"/>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5421783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E05FBD-AD2E-B70D-FE51-7922896C06F2}"/>
              </a:ext>
            </a:extLst>
          </p:cNvPr>
          <p:cNvSpPr>
            <a:spLocks noGrp="1"/>
          </p:cNvSpPr>
          <p:nvPr>
            <p:ph type="title"/>
          </p:nvPr>
        </p:nvSpPr>
        <p:spPr>
          <a:xfrm>
            <a:off x="831850" y="1709738"/>
            <a:ext cx="10515600" cy="2852737"/>
          </a:xfrm>
        </p:spPr>
        <p:txBody>
          <a:bodyPr anchor="b"/>
          <a:lstStyle>
            <a:lvl1pPr>
              <a:defRPr sz="6000"/>
            </a:lvl1p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8CCD1439-5304-A4F8-23F3-91E38D5606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9B27BB56-F787-1478-740A-7BBB062D281E}"/>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68B0C650-7547-6CDA-7895-F4F458E7425D}"/>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F359DBC1-9648-272F-CB3F-D93F9D083688}"/>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0507700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C6A1A1-4D3E-87EE-7F58-EAD6B47989A6}"/>
              </a:ext>
            </a:extLst>
          </p:cNvPr>
          <p:cNvSpPr>
            <a:spLocks noGrp="1"/>
          </p:cNvSpPr>
          <p:nvPr>
            <p:ph type="title"/>
          </p:nvPr>
        </p:nvSpPr>
        <p:spPr/>
        <p:txBody>
          <a:body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567C087B-84C2-9ABE-E482-A8EDEF2F53BA}"/>
              </a:ext>
            </a:extLst>
          </p:cNvPr>
          <p:cNvSpPr>
            <a:spLocks noGrp="1"/>
          </p:cNvSpPr>
          <p:nvPr>
            <p:ph sz="half" idx="1"/>
          </p:nvPr>
        </p:nvSpPr>
        <p:spPr>
          <a:xfrm>
            <a:off x="838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inhoud 3">
            <a:extLst>
              <a:ext uri="{FF2B5EF4-FFF2-40B4-BE49-F238E27FC236}">
                <a16:creationId xmlns:a16="http://schemas.microsoft.com/office/drawing/2014/main" id="{361ABC8E-4A6E-C445-D2D7-3588AA598A01}"/>
              </a:ext>
            </a:extLst>
          </p:cNvPr>
          <p:cNvSpPr>
            <a:spLocks noGrp="1"/>
          </p:cNvSpPr>
          <p:nvPr>
            <p:ph sz="half" idx="2"/>
          </p:nvPr>
        </p:nvSpPr>
        <p:spPr>
          <a:xfrm>
            <a:off x="6172200" y="1825625"/>
            <a:ext cx="5181600" cy="435133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datum 4">
            <a:extLst>
              <a:ext uri="{FF2B5EF4-FFF2-40B4-BE49-F238E27FC236}">
                <a16:creationId xmlns:a16="http://schemas.microsoft.com/office/drawing/2014/main" id="{1ACFD2E0-9353-50D7-ED50-E5871993B799}"/>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6" name="Tijdelijke aanduiding voor voettekst 5">
            <a:extLst>
              <a:ext uri="{FF2B5EF4-FFF2-40B4-BE49-F238E27FC236}">
                <a16:creationId xmlns:a16="http://schemas.microsoft.com/office/drawing/2014/main" id="{F7FAF7E9-FBC5-EF33-49E8-C33B237D8455}"/>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0D954A0-C003-C81D-AE37-AF022FDB7519}"/>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9260347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402F75-9E20-C327-C428-FF526D60D257}"/>
              </a:ext>
            </a:extLst>
          </p:cNvPr>
          <p:cNvSpPr>
            <a:spLocks noGrp="1"/>
          </p:cNvSpPr>
          <p:nvPr>
            <p:ph type="title"/>
          </p:nvPr>
        </p:nvSpPr>
        <p:spPr>
          <a:xfrm>
            <a:off x="839788" y="365125"/>
            <a:ext cx="10515600" cy="1325563"/>
          </a:xfrm>
        </p:spPr>
        <p:txBody>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59E8F906-F175-DA30-BE26-D30FF96ACA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FB89F477-E643-D4BA-902C-A6C9194AEABC}"/>
              </a:ext>
            </a:extLst>
          </p:cNvPr>
          <p:cNvSpPr>
            <a:spLocks noGrp="1"/>
          </p:cNvSpPr>
          <p:nvPr>
            <p:ph sz="half" idx="2"/>
          </p:nvPr>
        </p:nvSpPr>
        <p:spPr>
          <a:xfrm>
            <a:off x="839788" y="2505075"/>
            <a:ext cx="5157787"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5" name="Tijdelijke aanduiding voor tekst 4">
            <a:extLst>
              <a:ext uri="{FF2B5EF4-FFF2-40B4-BE49-F238E27FC236}">
                <a16:creationId xmlns:a16="http://schemas.microsoft.com/office/drawing/2014/main" id="{710B4855-17DF-ECD3-B4FB-71A4560BD0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9000467E-7E56-1BF2-F008-2472F4500D1A}"/>
              </a:ext>
            </a:extLst>
          </p:cNvPr>
          <p:cNvSpPr>
            <a:spLocks noGrp="1"/>
          </p:cNvSpPr>
          <p:nvPr>
            <p:ph sz="quarter" idx="4"/>
          </p:nvPr>
        </p:nvSpPr>
        <p:spPr>
          <a:xfrm>
            <a:off x="6172200" y="2505075"/>
            <a:ext cx="5183188" cy="3684588"/>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7" name="Tijdelijke aanduiding voor datum 6">
            <a:extLst>
              <a:ext uri="{FF2B5EF4-FFF2-40B4-BE49-F238E27FC236}">
                <a16:creationId xmlns:a16="http://schemas.microsoft.com/office/drawing/2014/main" id="{D2C2E93C-5772-5655-03E3-876C8F573BC1}"/>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8" name="Tijdelijke aanduiding voor voettekst 7">
            <a:extLst>
              <a:ext uri="{FF2B5EF4-FFF2-40B4-BE49-F238E27FC236}">
                <a16:creationId xmlns:a16="http://schemas.microsoft.com/office/drawing/2014/main" id="{B9E5B210-34E7-E1A7-BB90-61D7BD790685}"/>
              </a:ext>
            </a:extLst>
          </p:cNvPr>
          <p:cNvSpPr>
            <a:spLocks noGrp="1"/>
          </p:cNvSpPr>
          <p:nvPr>
            <p:ph type="ftr" sz="quarter" idx="11"/>
          </p:nvPr>
        </p:nvSpPr>
        <p:spPr/>
        <p:txBody>
          <a:bodyPr/>
          <a:lstStyle/>
          <a:p>
            <a:endParaRPr lang="en-GB"/>
          </a:p>
        </p:txBody>
      </p:sp>
      <p:sp>
        <p:nvSpPr>
          <p:cNvPr id="9" name="Tijdelijke aanduiding voor dianummer 8">
            <a:extLst>
              <a:ext uri="{FF2B5EF4-FFF2-40B4-BE49-F238E27FC236}">
                <a16:creationId xmlns:a16="http://schemas.microsoft.com/office/drawing/2014/main" id="{2D4F957F-D5D1-E270-1C9E-FB4A79F20213}"/>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1902921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AD782E3-08CA-6EFC-E6DE-1E5A7753BC33}"/>
              </a:ext>
            </a:extLst>
          </p:cNvPr>
          <p:cNvSpPr>
            <a:spLocks noGrp="1"/>
          </p:cNvSpPr>
          <p:nvPr>
            <p:ph type="title"/>
          </p:nvPr>
        </p:nvSpPr>
        <p:spPr/>
        <p:txBody>
          <a:bodyPr/>
          <a:lstStyle/>
          <a:p>
            <a:r>
              <a:rPr lang="nl-NL"/>
              <a:t>Klik om stijl te bewerken</a:t>
            </a:r>
            <a:endParaRPr lang="en-GB"/>
          </a:p>
        </p:txBody>
      </p:sp>
      <p:sp>
        <p:nvSpPr>
          <p:cNvPr id="3" name="Tijdelijke aanduiding voor datum 2">
            <a:extLst>
              <a:ext uri="{FF2B5EF4-FFF2-40B4-BE49-F238E27FC236}">
                <a16:creationId xmlns:a16="http://schemas.microsoft.com/office/drawing/2014/main" id="{B8E3B6EB-38CF-2337-5095-3A507295EB31}"/>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4" name="Tijdelijke aanduiding voor voettekst 3">
            <a:extLst>
              <a:ext uri="{FF2B5EF4-FFF2-40B4-BE49-F238E27FC236}">
                <a16:creationId xmlns:a16="http://schemas.microsoft.com/office/drawing/2014/main" id="{5CCB8DC7-ECA8-EF63-687E-3CCC3D3DBFCD}"/>
              </a:ext>
            </a:extLst>
          </p:cNvPr>
          <p:cNvSpPr>
            <a:spLocks noGrp="1"/>
          </p:cNvSpPr>
          <p:nvPr>
            <p:ph type="ftr" sz="quarter" idx="11"/>
          </p:nvPr>
        </p:nvSpPr>
        <p:spPr/>
        <p:txBody>
          <a:bodyPr/>
          <a:lstStyle/>
          <a:p>
            <a:endParaRPr lang="en-GB"/>
          </a:p>
        </p:txBody>
      </p:sp>
      <p:sp>
        <p:nvSpPr>
          <p:cNvPr id="5" name="Tijdelijke aanduiding voor dianummer 4">
            <a:extLst>
              <a:ext uri="{FF2B5EF4-FFF2-40B4-BE49-F238E27FC236}">
                <a16:creationId xmlns:a16="http://schemas.microsoft.com/office/drawing/2014/main" id="{5D391956-2C59-F5A1-9109-EC7FA86BB91F}"/>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223187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323783D8-9356-6E3D-92DC-D2DAD6D7337F}"/>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3" name="Tijdelijke aanduiding voor voettekst 2">
            <a:extLst>
              <a:ext uri="{FF2B5EF4-FFF2-40B4-BE49-F238E27FC236}">
                <a16:creationId xmlns:a16="http://schemas.microsoft.com/office/drawing/2014/main" id="{00300307-1254-85AA-E3C9-37878B8A6D9C}"/>
              </a:ext>
            </a:extLst>
          </p:cNvPr>
          <p:cNvSpPr>
            <a:spLocks noGrp="1"/>
          </p:cNvSpPr>
          <p:nvPr>
            <p:ph type="ftr" sz="quarter" idx="11"/>
          </p:nvPr>
        </p:nvSpPr>
        <p:spPr/>
        <p:txBody>
          <a:bodyPr/>
          <a:lstStyle/>
          <a:p>
            <a:endParaRPr lang="en-GB"/>
          </a:p>
        </p:txBody>
      </p:sp>
      <p:sp>
        <p:nvSpPr>
          <p:cNvPr id="4" name="Tijdelijke aanduiding voor dianummer 3">
            <a:extLst>
              <a:ext uri="{FF2B5EF4-FFF2-40B4-BE49-F238E27FC236}">
                <a16:creationId xmlns:a16="http://schemas.microsoft.com/office/drawing/2014/main" id="{AEB34F05-EFB9-0EF7-5B09-939996C54C70}"/>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2452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D2E3CE-E21E-D4AF-3B63-A81B85BB1EAF}"/>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inhoud 2">
            <a:extLst>
              <a:ext uri="{FF2B5EF4-FFF2-40B4-BE49-F238E27FC236}">
                <a16:creationId xmlns:a16="http://schemas.microsoft.com/office/drawing/2014/main" id="{1B5AD590-843E-B144-87D8-E9EDB651F9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tekst 3">
            <a:extLst>
              <a:ext uri="{FF2B5EF4-FFF2-40B4-BE49-F238E27FC236}">
                <a16:creationId xmlns:a16="http://schemas.microsoft.com/office/drawing/2014/main" id="{350C058B-43E3-F53B-B710-F0150D78F3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D2BA5311-723E-73D7-0247-8747DE5D8189}"/>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6" name="Tijdelijke aanduiding voor voettekst 5">
            <a:extLst>
              <a:ext uri="{FF2B5EF4-FFF2-40B4-BE49-F238E27FC236}">
                <a16:creationId xmlns:a16="http://schemas.microsoft.com/office/drawing/2014/main" id="{80AE9178-2EFC-D734-FEBE-9BCABFDEE600}"/>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68D84D54-C5BC-5E3C-CB4A-2E0F2BE691D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818514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E73908-81A6-22E0-F48A-21E268FE17B6}"/>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endParaRPr lang="en-GB"/>
          </a:p>
        </p:txBody>
      </p:sp>
      <p:sp>
        <p:nvSpPr>
          <p:cNvPr id="3" name="Tijdelijke aanduiding voor afbeelding 2">
            <a:extLst>
              <a:ext uri="{FF2B5EF4-FFF2-40B4-BE49-F238E27FC236}">
                <a16:creationId xmlns:a16="http://schemas.microsoft.com/office/drawing/2014/main" id="{AE12854A-AC61-42FE-A2B5-FB7854AD7F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ijdelijke aanduiding voor tekst 3">
            <a:extLst>
              <a:ext uri="{FF2B5EF4-FFF2-40B4-BE49-F238E27FC236}">
                <a16:creationId xmlns:a16="http://schemas.microsoft.com/office/drawing/2014/main" id="{C89B8F9D-4332-3447-9191-52DA47CCF7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58B9ABAF-DCE3-A37C-8284-234D6D85A641}"/>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6" name="Tijdelijke aanduiding voor voettekst 5">
            <a:extLst>
              <a:ext uri="{FF2B5EF4-FFF2-40B4-BE49-F238E27FC236}">
                <a16:creationId xmlns:a16="http://schemas.microsoft.com/office/drawing/2014/main" id="{B735020A-55A8-5AA8-5131-7DFC5798F162}"/>
              </a:ext>
            </a:extLst>
          </p:cNvPr>
          <p:cNvSpPr>
            <a:spLocks noGrp="1"/>
          </p:cNvSpPr>
          <p:nvPr>
            <p:ph type="ftr" sz="quarter" idx="11"/>
          </p:nvPr>
        </p:nvSpPr>
        <p:spPr/>
        <p:txBody>
          <a:bodyPr/>
          <a:lstStyle/>
          <a:p>
            <a:endParaRPr lang="en-GB"/>
          </a:p>
        </p:txBody>
      </p:sp>
      <p:sp>
        <p:nvSpPr>
          <p:cNvPr id="7" name="Tijdelijke aanduiding voor dianummer 6">
            <a:extLst>
              <a:ext uri="{FF2B5EF4-FFF2-40B4-BE49-F238E27FC236}">
                <a16:creationId xmlns:a16="http://schemas.microsoft.com/office/drawing/2014/main" id="{A40BEFC4-88F6-F504-6E7A-DA0BC689032E}"/>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10817455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D1785A-A1F8-6C31-D0A2-07D2D5336C0F}"/>
              </a:ext>
            </a:extLst>
          </p:cNvPr>
          <p:cNvSpPr>
            <a:spLocks noGrp="1"/>
          </p:cNvSpPr>
          <p:nvPr>
            <p:ph type="title"/>
          </p:nvPr>
        </p:nvSpPr>
        <p:spPr/>
        <p:txBody>
          <a:bodyPr/>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45F97C3D-A7D0-924B-F97B-6A78D797261E}"/>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560680C7-7A5B-E3A6-9976-3F1EA0177E2B}"/>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BFD89848-8358-4627-5842-0110917653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C0E739CA-5091-127C-903A-F98E9A82E785}"/>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705024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7D27C91D-4CA3-1BB6-E010-E508C58460DC}"/>
              </a:ext>
            </a:extLst>
          </p:cNvPr>
          <p:cNvSpPr>
            <a:spLocks noGrp="1"/>
          </p:cNvSpPr>
          <p:nvPr>
            <p:ph type="title" orient="vert"/>
          </p:nvPr>
        </p:nvSpPr>
        <p:spPr>
          <a:xfrm>
            <a:off x="8724900" y="365125"/>
            <a:ext cx="2628900" cy="5811838"/>
          </a:xfrm>
        </p:spPr>
        <p:txBody>
          <a:bodyPr vert="eaVert"/>
          <a:lstStyle/>
          <a:p>
            <a:r>
              <a:rPr lang="nl-NL"/>
              <a:t>Klik om stijl te bewerken</a:t>
            </a:r>
            <a:endParaRPr lang="en-GB"/>
          </a:p>
        </p:txBody>
      </p:sp>
      <p:sp>
        <p:nvSpPr>
          <p:cNvPr id="3" name="Tijdelijke aanduiding voor verticale tekst 2">
            <a:extLst>
              <a:ext uri="{FF2B5EF4-FFF2-40B4-BE49-F238E27FC236}">
                <a16:creationId xmlns:a16="http://schemas.microsoft.com/office/drawing/2014/main" id="{6299A0FB-D898-3B2E-AE2F-48116BB1A783}"/>
              </a:ext>
            </a:extLst>
          </p:cNvPr>
          <p:cNvSpPr>
            <a:spLocks noGrp="1"/>
          </p:cNvSpPr>
          <p:nvPr>
            <p:ph type="body" orient="vert" idx="1"/>
          </p:nvPr>
        </p:nvSpPr>
        <p:spPr>
          <a:xfrm>
            <a:off x="838200" y="365125"/>
            <a:ext cx="7734300" cy="5811838"/>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DB4F1A33-0324-8304-A98E-2980D38A84AD}"/>
              </a:ext>
            </a:extLst>
          </p:cNvPr>
          <p:cNvSpPr>
            <a:spLocks noGrp="1"/>
          </p:cNvSpPr>
          <p:nvPr>
            <p:ph type="dt" sz="half" idx="10"/>
          </p:nvPr>
        </p:nvSpPr>
        <p:spPr/>
        <p:txBody>
          <a:body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B71CB564-1D21-9149-9229-5B7952787201}"/>
              </a:ext>
            </a:extLst>
          </p:cNvPr>
          <p:cNvSpPr>
            <a:spLocks noGrp="1"/>
          </p:cNvSpPr>
          <p:nvPr>
            <p:ph type="ftr" sz="quarter" idx="11"/>
          </p:nvPr>
        </p:nvSpPr>
        <p:spPr/>
        <p:txBody>
          <a:bodyPr/>
          <a:lstStyle/>
          <a:p>
            <a:endParaRPr lang="en-GB"/>
          </a:p>
        </p:txBody>
      </p:sp>
      <p:sp>
        <p:nvSpPr>
          <p:cNvPr id="6" name="Tijdelijke aanduiding voor dianummer 5">
            <a:extLst>
              <a:ext uri="{FF2B5EF4-FFF2-40B4-BE49-F238E27FC236}">
                <a16:creationId xmlns:a16="http://schemas.microsoft.com/office/drawing/2014/main" id="{8C085909-CB5B-4379-965F-CC884D7E1E56}"/>
              </a:ext>
            </a:extLst>
          </p:cNvPr>
          <p:cNvSpPr>
            <a:spLocks noGrp="1"/>
          </p:cNvSpPr>
          <p:nvPr>
            <p:ph type="sldNum" sz="quarter" idx="12"/>
          </p:nvPr>
        </p:nvSpPr>
        <p:spPr/>
        <p:txBody>
          <a:bodyPr/>
          <a:lstStyle/>
          <a:p>
            <a:fld id="{8CB8A5CA-36E4-466B-BFAD-60F492F39702}" type="slidenum">
              <a:rPr lang="en-GB" smtClean="0"/>
              <a:t>‹nr.›</a:t>
            </a:fld>
            <a:endParaRPr lang="en-GB"/>
          </a:p>
        </p:txBody>
      </p:sp>
    </p:spTree>
    <p:extLst>
      <p:ext uri="{BB962C8B-B14F-4D97-AF65-F5344CB8AC3E}">
        <p14:creationId xmlns:p14="http://schemas.microsoft.com/office/powerpoint/2010/main" val="35506428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E93B77DD-25FA-4E00-A89E-457DC2A93CE4}"/>
              </a:ext>
            </a:extLst>
          </p:cNvPr>
          <p:cNvSpPr>
            <a:spLocks noGrp="1"/>
          </p:cNvSpPr>
          <p:nvPr userDrawn="1">
            <p:ph type="title"/>
          </p:nvPr>
        </p:nvSpPr>
        <p:spPr>
          <a:xfrm>
            <a:off x="490538" y="629113"/>
            <a:ext cx="10885673" cy="360099"/>
          </a:xfrm>
          <a:prstGeom prst="rect">
            <a:avLst/>
          </a:prstGeom>
        </p:spPr>
        <p:txBody>
          <a:bodyPr wrap="square" lIns="0" tIns="0" rIns="0" bIns="0" anchor="t" anchorCtr="0">
            <a:noAutofit/>
          </a:bodyPr>
          <a:lstStyle>
            <a:lvl1pPr>
              <a:spcBef>
                <a:spcPts val="900"/>
              </a:spcBef>
              <a:defRPr sz="2300" b="1">
                <a:solidFill>
                  <a:schemeClr val="tx1"/>
                </a:solidFill>
                <a:latin typeface="DM Sans Medium" pitchFamily="2" charset="0"/>
                <a:cs typeface="Arial" panose="020B0604020202020204" pitchFamily="34" charset="0"/>
              </a:defRPr>
            </a:lvl1pPr>
          </a:lstStyle>
          <a:p>
            <a:r>
              <a:rPr lang="en-US"/>
              <a:t>Click to edit Master title style</a:t>
            </a:r>
          </a:p>
        </p:txBody>
      </p:sp>
      <p:sp>
        <p:nvSpPr>
          <p:cNvPr id="5" name="Slide Number Placeholder 5">
            <a:extLst>
              <a:ext uri="{FF2B5EF4-FFF2-40B4-BE49-F238E27FC236}">
                <a16:creationId xmlns:a16="http://schemas.microsoft.com/office/drawing/2014/main" id="{E5DF3227-37E5-4EC6-921E-BA24D2499B7C}"/>
              </a:ext>
            </a:extLst>
          </p:cNvPr>
          <p:cNvSpPr txBox="1">
            <a:spLocks/>
          </p:cNvSpPr>
          <p:nvPr userDrawn="1"/>
        </p:nvSpPr>
        <p:spPr>
          <a:xfrm>
            <a:off x="11631612" y="6504793"/>
            <a:ext cx="465139" cy="153888"/>
          </a:xfrm>
          <a:prstGeom prst="rect">
            <a:avLst/>
          </a:prstGeom>
          <a:noFill/>
          <a:ln w="9525">
            <a:noFill/>
            <a:miter lim="800000"/>
            <a:headEnd/>
            <a:tailEnd/>
          </a:ln>
          <a:effectLst/>
        </p:spPr>
        <p:txBody>
          <a:bodyPr wrap="square" lIns="0" tIns="0" rIns="0" bIns="0">
            <a:spAutoFit/>
          </a:bodyPr>
          <a:lstStyle>
            <a:defPPr>
              <a:defRPr lang="en-US"/>
            </a:defPPr>
            <a:lvl1pPr marR="0" indent="0" fontAlgn="auto">
              <a:lnSpc>
                <a:spcPct val="100000"/>
              </a:lnSpc>
              <a:spcBef>
                <a:spcPts val="0"/>
              </a:spcBef>
              <a:spcAft>
                <a:spcPts val="0"/>
              </a:spcAft>
              <a:buClrTx/>
              <a:buSzTx/>
              <a:buFontTx/>
              <a:buNone/>
              <a:tabLst/>
              <a:defRPr sz="800">
                <a:solidFill>
                  <a:schemeClr val="tx1">
                    <a:lumMod val="65000"/>
                    <a:lumOff val="35000"/>
                  </a:schemeClr>
                </a:solidFill>
              </a:defRPr>
            </a:lvl1pPr>
            <a:lvl2pPr marL="342946" algn="l" defTabSz="685891" rtl="0" eaLnBrk="1" latinLnBrk="0" hangingPunct="1">
              <a:defRPr sz="1400" kern="1200">
                <a:solidFill>
                  <a:schemeClr val="tx1"/>
                </a:solidFill>
                <a:latin typeface="+mn-lt"/>
                <a:ea typeface="+mn-ea"/>
                <a:cs typeface="+mn-cs"/>
              </a:defRPr>
            </a:lvl2pPr>
            <a:lvl3pPr marL="685891" algn="l" defTabSz="685891" rtl="0" eaLnBrk="1" latinLnBrk="0" hangingPunct="1">
              <a:defRPr sz="1400" kern="1200">
                <a:solidFill>
                  <a:schemeClr val="tx1"/>
                </a:solidFill>
                <a:latin typeface="+mn-lt"/>
                <a:ea typeface="+mn-ea"/>
                <a:cs typeface="+mn-cs"/>
              </a:defRPr>
            </a:lvl3pPr>
            <a:lvl4pPr marL="1028837" algn="l" defTabSz="685891" rtl="0" eaLnBrk="1" latinLnBrk="0" hangingPunct="1">
              <a:defRPr sz="1400" kern="1200">
                <a:solidFill>
                  <a:schemeClr val="tx1"/>
                </a:solidFill>
                <a:latin typeface="+mn-lt"/>
                <a:ea typeface="+mn-ea"/>
                <a:cs typeface="+mn-cs"/>
              </a:defRPr>
            </a:lvl4pPr>
            <a:lvl5pPr marL="1371783" algn="l" defTabSz="685891" rtl="0" eaLnBrk="1" latinLnBrk="0" hangingPunct="1">
              <a:defRPr sz="1400" kern="1200">
                <a:solidFill>
                  <a:schemeClr val="tx1"/>
                </a:solidFill>
                <a:latin typeface="+mn-lt"/>
                <a:ea typeface="+mn-ea"/>
                <a:cs typeface="+mn-cs"/>
              </a:defRPr>
            </a:lvl5pPr>
            <a:lvl6pPr marL="1714729" algn="l" defTabSz="685891" rtl="0" eaLnBrk="1" latinLnBrk="0" hangingPunct="1">
              <a:defRPr sz="1400" kern="1200">
                <a:solidFill>
                  <a:schemeClr val="tx1"/>
                </a:solidFill>
                <a:latin typeface="+mn-lt"/>
                <a:ea typeface="+mn-ea"/>
                <a:cs typeface="+mn-cs"/>
              </a:defRPr>
            </a:lvl6pPr>
            <a:lvl7pPr marL="2057674" algn="l" defTabSz="685891" rtl="0" eaLnBrk="1" latinLnBrk="0" hangingPunct="1">
              <a:defRPr sz="1400" kern="1200">
                <a:solidFill>
                  <a:schemeClr val="tx1"/>
                </a:solidFill>
                <a:latin typeface="+mn-lt"/>
                <a:ea typeface="+mn-ea"/>
                <a:cs typeface="+mn-cs"/>
              </a:defRPr>
            </a:lvl7pPr>
            <a:lvl8pPr marL="2400620" algn="l" defTabSz="685891" rtl="0" eaLnBrk="1" latinLnBrk="0" hangingPunct="1">
              <a:defRPr sz="1400" kern="1200">
                <a:solidFill>
                  <a:schemeClr val="tx1"/>
                </a:solidFill>
                <a:latin typeface="+mn-lt"/>
                <a:ea typeface="+mn-ea"/>
                <a:cs typeface="+mn-cs"/>
              </a:defRPr>
            </a:lvl8pPr>
            <a:lvl9pPr marL="2743566" algn="l" defTabSz="685891" rtl="0" eaLnBrk="1" latinLnBrk="0" hangingPunct="1">
              <a:defRPr sz="1400" kern="1200">
                <a:solidFill>
                  <a:schemeClr val="tx1"/>
                </a:solidFill>
                <a:latin typeface="+mn-lt"/>
                <a:ea typeface="+mn-ea"/>
                <a:cs typeface="+mn-cs"/>
              </a:defRPr>
            </a:lvl9pPr>
          </a:lstStyle>
          <a:p>
            <a:pPr lvl="0"/>
            <a:fld id="{39601925-951F-4EA8-91E5-A517312BFAAA}" type="slidenum">
              <a:rPr lang="en-US" sz="1000" smtClean="0">
                <a:solidFill>
                  <a:schemeClr val="tx1">
                    <a:lumMod val="50000"/>
                    <a:lumOff val="50000"/>
                  </a:schemeClr>
                </a:solidFill>
                <a:latin typeface="DM Sans" pitchFamily="2" charset="0"/>
              </a:rPr>
              <a:pPr lvl="0"/>
              <a:t>‹nr.›</a:t>
            </a:fld>
            <a:endParaRPr lang="en-US" sz="1000">
              <a:solidFill>
                <a:schemeClr val="tx1">
                  <a:lumMod val="50000"/>
                  <a:lumOff val="50000"/>
                </a:schemeClr>
              </a:solidFill>
              <a:latin typeface="DM Sans" pitchFamily="2" charset="0"/>
            </a:endParaRPr>
          </a:p>
        </p:txBody>
      </p:sp>
      <p:sp>
        <p:nvSpPr>
          <p:cNvPr id="10" name="Text Placeholder 9">
            <a:extLst>
              <a:ext uri="{FF2B5EF4-FFF2-40B4-BE49-F238E27FC236}">
                <a16:creationId xmlns:a16="http://schemas.microsoft.com/office/drawing/2014/main" id="{79A11930-A700-37D0-B620-DB9AEEA1B21E}"/>
              </a:ext>
            </a:extLst>
          </p:cNvPr>
          <p:cNvSpPr>
            <a:spLocks noGrp="1"/>
          </p:cNvSpPr>
          <p:nvPr>
            <p:ph type="body" sz="quarter" idx="10" hasCustomPrompt="1"/>
          </p:nvPr>
        </p:nvSpPr>
        <p:spPr>
          <a:xfrm>
            <a:off x="490538" y="360564"/>
            <a:ext cx="5605462" cy="168636"/>
          </a:xfrm>
        </p:spPr>
        <p:txBody>
          <a:bodyPr wrap="square" lIns="0" tIns="0" rIns="0" bIns="0">
            <a:spAutoFit/>
          </a:bodyPr>
          <a:lstStyle>
            <a:lvl1pPr marL="0" indent="0">
              <a:spcBef>
                <a:spcPts val="900"/>
              </a:spcBef>
              <a:buNone/>
              <a:defRPr sz="1200" b="1">
                <a:solidFill>
                  <a:schemeClr val="tx1"/>
                </a:solidFill>
                <a:latin typeface="DM Sans" pitchFamily="2" charset="0"/>
              </a:defRPr>
            </a:lvl1pPr>
          </a:lstStyle>
          <a:p>
            <a:pPr lvl="0"/>
            <a:r>
              <a:rPr lang="en-US"/>
              <a:t>SLIDE CAPTION</a:t>
            </a:r>
            <a:endParaRPr lang="LID4096"/>
          </a:p>
        </p:txBody>
      </p:sp>
      <p:sp>
        <p:nvSpPr>
          <p:cNvPr id="13" name="Text Placeholder 12">
            <a:extLst>
              <a:ext uri="{FF2B5EF4-FFF2-40B4-BE49-F238E27FC236}">
                <a16:creationId xmlns:a16="http://schemas.microsoft.com/office/drawing/2014/main" id="{6805338A-4C90-581A-7AC2-B2531739DA19}"/>
              </a:ext>
            </a:extLst>
          </p:cNvPr>
          <p:cNvSpPr>
            <a:spLocks noGrp="1"/>
          </p:cNvSpPr>
          <p:nvPr>
            <p:ph type="body" sz="quarter" idx="11"/>
          </p:nvPr>
        </p:nvSpPr>
        <p:spPr>
          <a:xfrm>
            <a:off x="479424" y="2060575"/>
            <a:ext cx="11593513" cy="1237005"/>
          </a:xfrm>
        </p:spPr>
        <p:txBody>
          <a:bodyPr>
            <a:spAutoFit/>
          </a:bodyPr>
          <a:lstStyle>
            <a:lvl1pPr>
              <a:defRPr sz="1400">
                <a:latin typeface="DM Sans" pitchFamily="2" charset="0"/>
              </a:defRPr>
            </a:lvl1pPr>
            <a:lvl2pPr>
              <a:defRPr sz="1400">
                <a:latin typeface="DM Sans" pitchFamily="2" charset="0"/>
              </a:defRPr>
            </a:lvl2pPr>
            <a:lvl3pPr>
              <a:defRPr sz="1400">
                <a:latin typeface="DM Sans" pitchFamily="2" charset="0"/>
              </a:defRPr>
            </a:lvl3pPr>
            <a:lvl4pPr>
              <a:defRPr sz="1400">
                <a:latin typeface="DM Sans" pitchFamily="2" charset="0"/>
              </a:defRPr>
            </a:lvl4pPr>
            <a:lvl5pPr>
              <a:defRPr sz="1400">
                <a:latin typeface="DM Sans"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2754583172"/>
      </p:ext>
    </p:extLst>
  </p:cSld>
  <p:clrMapOvr>
    <a:masterClrMapping/>
  </p:clrMapOvr>
  <p:extLst>
    <p:ext uri="{DCECCB84-F9BA-43D5-87BE-67443E8EF086}">
      <p15:sldGuideLst xmlns:p15="http://schemas.microsoft.com/office/powerpoint/2012/main">
        <p15:guide id="1" orient="horz" pos="389">
          <p15:clr>
            <a:srgbClr val="FBAE40"/>
          </p15:clr>
        </p15:guide>
        <p15:guide id="2" pos="3840">
          <p15:clr>
            <a:srgbClr val="FBAE40"/>
          </p15:clr>
        </p15:guide>
        <p15:guide id="3" orient="horz" pos="1298">
          <p15:clr>
            <a:srgbClr val="FBAE40"/>
          </p15:clr>
        </p15:guide>
        <p15:guide id="4" pos="309">
          <p15:clr>
            <a:srgbClr val="FBAE40"/>
          </p15:clr>
        </p15:guide>
        <p15:guide id="5" pos="7605">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57C13288-64D5-C2BB-27A3-C8D49F88D9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endParaRPr lang="en-GB"/>
          </a:p>
        </p:txBody>
      </p:sp>
      <p:sp>
        <p:nvSpPr>
          <p:cNvPr id="3" name="Tijdelijke aanduiding voor tekst 2">
            <a:extLst>
              <a:ext uri="{FF2B5EF4-FFF2-40B4-BE49-F238E27FC236}">
                <a16:creationId xmlns:a16="http://schemas.microsoft.com/office/drawing/2014/main" id="{631B50BE-CABC-7CFE-BCB2-7BC067593A6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GB"/>
          </a:p>
        </p:txBody>
      </p:sp>
      <p:sp>
        <p:nvSpPr>
          <p:cNvPr id="4" name="Tijdelijke aanduiding voor datum 3">
            <a:extLst>
              <a:ext uri="{FF2B5EF4-FFF2-40B4-BE49-F238E27FC236}">
                <a16:creationId xmlns:a16="http://schemas.microsoft.com/office/drawing/2014/main" id="{18BE55C4-D64D-B57A-BD11-0C43F9056A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E530143-BC45-40DA-908E-84B30ACFDA34}" type="datetimeFigureOut">
              <a:rPr lang="en-GB" smtClean="0"/>
              <a:t>18/03/2026</a:t>
            </a:fld>
            <a:endParaRPr lang="en-GB"/>
          </a:p>
        </p:txBody>
      </p:sp>
      <p:sp>
        <p:nvSpPr>
          <p:cNvPr id="5" name="Tijdelijke aanduiding voor voettekst 4">
            <a:extLst>
              <a:ext uri="{FF2B5EF4-FFF2-40B4-BE49-F238E27FC236}">
                <a16:creationId xmlns:a16="http://schemas.microsoft.com/office/drawing/2014/main" id="{B5F86E71-4578-4DD3-C38E-F50B116D2C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Tijdelijke aanduiding voor dianummer 5">
            <a:extLst>
              <a:ext uri="{FF2B5EF4-FFF2-40B4-BE49-F238E27FC236}">
                <a16:creationId xmlns:a16="http://schemas.microsoft.com/office/drawing/2014/main" id="{367409F3-4F53-F682-48E1-62439966E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CB8A5CA-36E4-466B-BFAD-60F492F39702}" type="slidenum">
              <a:rPr lang="en-GB" smtClean="0"/>
              <a:t>‹nr.›</a:t>
            </a:fld>
            <a:endParaRPr lang="en-GB"/>
          </a:p>
        </p:txBody>
      </p:sp>
    </p:spTree>
    <p:extLst>
      <p:ext uri="{BB962C8B-B14F-4D97-AF65-F5344CB8AC3E}">
        <p14:creationId xmlns:p14="http://schemas.microsoft.com/office/powerpoint/2010/main" val="12182351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92B7-EBBB-29B1-D2DF-A9F3C5FCA2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435802E-CA5A-8ED3-1E31-A1B56D91934B}"/>
              </a:ext>
            </a:extLst>
          </p:cNvPr>
          <p:cNvSpPr>
            <a:spLocks noGrp="1"/>
          </p:cNvSpPr>
          <p:nvPr>
            <p:ph type="title"/>
          </p:nvPr>
        </p:nvSpPr>
        <p:spPr/>
        <p:txBody>
          <a:bodyPr>
            <a:normAutofit/>
          </a:bodyPr>
          <a:lstStyle/>
          <a:p>
            <a:r>
              <a:rPr lang="en-GB" noProof="0" dirty="0"/>
              <a:t>Book cover</a:t>
            </a:r>
          </a:p>
        </p:txBody>
      </p:sp>
      <p:sp>
        <p:nvSpPr>
          <p:cNvPr id="4" name="Text Placeholder 3">
            <a:extLst>
              <a:ext uri="{FF2B5EF4-FFF2-40B4-BE49-F238E27FC236}">
                <a16:creationId xmlns:a16="http://schemas.microsoft.com/office/drawing/2014/main" id="{FB27AA5F-D60F-AD07-0D15-90F766B21BF7}"/>
              </a:ext>
            </a:extLst>
          </p:cNvPr>
          <p:cNvSpPr>
            <a:spLocks noGrp="1"/>
          </p:cNvSpPr>
          <p:nvPr>
            <p:ph type="body" sz="quarter" idx="10"/>
          </p:nvPr>
        </p:nvSpPr>
        <p:spPr/>
        <p:txBody>
          <a:bodyPr/>
          <a:lstStyle/>
          <a:p>
            <a:r>
              <a:rPr lang="en-GB" noProof="0" dirty="0"/>
              <a:t>The Agentic Organisation</a:t>
            </a:r>
          </a:p>
        </p:txBody>
      </p:sp>
      <p:grpSp>
        <p:nvGrpSpPr>
          <p:cNvPr id="23" name="Groep 22">
            <a:extLst>
              <a:ext uri="{FF2B5EF4-FFF2-40B4-BE49-F238E27FC236}">
                <a16:creationId xmlns:a16="http://schemas.microsoft.com/office/drawing/2014/main" id="{596BD645-1AB1-41FE-0051-E25978BF5943}"/>
              </a:ext>
            </a:extLst>
          </p:cNvPr>
          <p:cNvGrpSpPr/>
          <p:nvPr/>
        </p:nvGrpSpPr>
        <p:grpSpPr>
          <a:xfrm>
            <a:off x="504690" y="1363851"/>
            <a:ext cx="2903284" cy="4366456"/>
            <a:chOff x="504690" y="1363851"/>
            <a:chExt cx="2903284" cy="4366456"/>
          </a:xfrm>
        </p:grpSpPr>
        <p:pic>
          <p:nvPicPr>
            <p:cNvPr id="13" name="Afbeelding 12" descr="Afbeelding met schoeisel, kleding, person, persoon&#10;&#10;Door AI gegenereerde inhoud is mogelijk onjuist.">
              <a:extLst>
                <a:ext uri="{FF2B5EF4-FFF2-40B4-BE49-F238E27FC236}">
                  <a16:creationId xmlns:a16="http://schemas.microsoft.com/office/drawing/2014/main" id="{75635218-0CFB-8E81-E7CF-CABD807E564C}"/>
                </a:ext>
              </a:extLst>
            </p:cNvPr>
            <p:cNvPicPr>
              <a:picLocks noChangeAspect="1"/>
            </p:cNvPicPr>
            <p:nvPr/>
          </p:nvPicPr>
          <p:blipFill>
            <a:blip r:embed="rId3">
              <a:extLst>
                <a:ext uri="{28A0092B-C50C-407E-A947-70E740481C1C}">
                  <a14:useLocalDpi xmlns:a14="http://schemas.microsoft.com/office/drawing/2010/main" val="0"/>
                </a:ext>
              </a:extLst>
            </a:blip>
            <a:srcRect b="6542"/>
            <a:stretch>
              <a:fillRect/>
            </a:stretch>
          </p:blipFill>
          <p:spPr>
            <a:xfrm>
              <a:off x="504690" y="1660285"/>
              <a:ext cx="2903284" cy="4070022"/>
            </a:xfrm>
            <a:prstGeom prst="rect">
              <a:avLst/>
            </a:prstGeom>
          </p:spPr>
        </p:pic>
        <p:pic>
          <p:nvPicPr>
            <p:cNvPr id="15" name="Afbeelding 14" descr="Afbeelding met schoeisel, kleding, person, persoon&#10;&#10;Door AI gegenereerde inhoud is mogelijk onjuist.">
              <a:extLst>
                <a:ext uri="{FF2B5EF4-FFF2-40B4-BE49-F238E27FC236}">
                  <a16:creationId xmlns:a16="http://schemas.microsoft.com/office/drawing/2014/main" id="{21EA633D-6C0C-D79D-E3F5-6AFBAD3059CC}"/>
                </a:ext>
              </a:extLst>
            </p:cNvPr>
            <p:cNvPicPr>
              <a:picLocks noChangeAspect="1"/>
            </p:cNvPicPr>
            <p:nvPr/>
          </p:nvPicPr>
          <p:blipFill>
            <a:blip r:embed="rId3">
              <a:extLst>
                <a:ext uri="{28A0092B-C50C-407E-A947-70E740481C1C}">
                  <a14:useLocalDpi xmlns:a14="http://schemas.microsoft.com/office/drawing/2010/main" val="0"/>
                </a:ext>
              </a:extLst>
            </a:blip>
            <a:srcRect b="81202"/>
            <a:stretch>
              <a:fillRect/>
            </a:stretch>
          </p:blipFill>
          <p:spPr>
            <a:xfrm>
              <a:off x="504690" y="1363851"/>
              <a:ext cx="2903284" cy="1115077"/>
            </a:xfrm>
            <a:prstGeom prst="rect">
              <a:avLst/>
            </a:prstGeom>
          </p:spPr>
        </p:pic>
        <p:sp>
          <p:nvSpPr>
            <p:cNvPr id="17" name="Tekstvak 16">
              <a:extLst>
                <a:ext uri="{FF2B5EF4-FFF2-40B4-BE49-F238E27FC236}">
                  <a16:creationId xmlns:a16="http://schemas.microsoft.com/office/drawing/2014/main" id="{BD3136CB-B208-EEC4-C8EC-1A85C00ECD75}"/>
                </a:ext>
              </a:extLst>
            </p:cNvPr>
            <p:cNvSpPr txBox="1"/>
            <p:nvPr/>
          </p:nvSpPr>
          <p:spPr>
            <a:xfrm>
              <a:off x="1180712" y="1425214"/>
              <a:ext cx="1551240" cy="230832"/>
            </a:xfrm>
            <a:prstGeom prst="rect">
              <a:avLst/>
            </a:prstGeom>
            <a:noFill/>
            <a:effectLst/>
          </p:spPr>
          <p:txBody>
            <a:bodyPr wrap="square" rtlCol="0">
              <a:spAutoFit/>
            </a:bodyPr>
            <a:lstStyle/>
            <a:p>
              <a:pPr algn="ctr"/>
              <a:r>
                <a:rPr lang="en-GB" sz="900" noProof="0" dirty="0">
                  <a:solidFill>
                    <a:srgbClr val="4B5B6B"/>
                  </a:solidFill>
                  <a:latin typeface="Montserrat" pitchFamily="2" charset="0"/>
                  <a:cs typeface="Segoe UI" panose="020B0502040204020203" pitchFamily="34" charset="0"/>
                </a:rPr>
                <a:t>EUROPEAN EDITION</a:t>
              </a:r>
            </a:p>
          </p:txBody>
        </p:sp>
        <p:sp>
          <p:nvSpPr>
            <p:cNvPr id="6" name="Tekstvak 5">
              <a:extLst>
                <a:ext uri="{FF2B5EF4-FFF2-40B4-BE49-F238E27FC236}">
                  <a16:creationId xmlns:a16="http://schemas.microsoft.com/office/drawing/2014/main" id="{011CADC5-0494-041A-23A1-8C77774988E9}"/>
                </a:ext>
              </a:extLst>
            </p:cNvPr>
            <p:cNvSpPr txBox="1"/>
            <p:nvPr/>
          </p:nvSpPr>
          <p:spPr>
            <a:xfrm>
              <a:off x="504690" y="1659729"/>
              <a:ext cx="2874980" cy="819199"/>
            </a:xfrm>
            <a:prstGeom prst="rect">
              <a:avLst/>
            </a:prstGeom>
            <a:noFill/>
            <a:effectLst/>
          </p:spPr>
          <p:txBody>
            <a:bodyPr wrap="square" rtlCol="0">
              <a:spAutoFit/>
            </a:bodyPr>
            <a:lstStyle/>
            <a:p>
              <a:pPr algn="ctr">
                <a:lnSpc>
                  <a:spcPts val="2900"/>
                </a:lnSpc>
              </a:pPr>
              <a:r>
                <a:rPr lang="en-GB" sz="2400" b="1" noProof="0" dirty="0">
                  <a:solidFill>
                    <a:srgbClr val="4B5B6B"/>
                  </a:solidFill>
                  <a:latin typeface="Montserrat" pitchFamily="2" charset="0"/>
                </a:rPr>
                <a:t>THE AGENTIC ORGANISATION</a:t>
              </a:r>
            </a:p>
          </p:txBody>
        </p:sp>
        <p:sp>
          <p:nvSpPr>
            <p:cNvPr id="7" name="Tekstvak 6">
              <a:extLst>
                <a:ext uri="{FF2B5EF4-FFF2-40B4-BE49-F238E27FC236}">
                  <a16:creationId xmlns:a16="http://schemas.microsoft.com/office/drawing/2014/main" id="{2DE3A319-CEAC-921D-D6E0-4F2919039E15}"/>
                </a:ext>
              </a:extLst>
            </p:cNvPr>
            <p:cNvSpPr txBox="1"/>
            <p:nvPr/>
          </p:nvSpPr>
          <p:spPr>
            <a:xfrm>
              <a:off x="781496" y="2382976"/>
              <a:ext cx="2321368" cy="215444"/>
            </a:xfrm>
            <a:prstGeom prst="rect">
              <a:avLst/>
            </a:prstGeom>
            <a:noFill/>
            <a:effectLst/>
          </p:spPr>
          <p:txBody>
            <a:bodyPr wrap="square" rtlCol="0">
              <a:spAutoFit/>
            </a:bodyPr>
            <a:lstStyle/>
            <a:p>
              <a:pPr algn="ctr"/>
              <a:r>
                <a:rPr lang="en-GB" sz="800" noProof="0" dirty="0">
                  <a:solidFill>
                    <a:srgbClr val="4B5B6B"/>
                  </a:solidFill>
                  <a:latin typeface="Montserrat" pitchFamily="2" charset="0"/>
                  <a:cs typeface="Segoe UI" panose="020B0502040204020203" pitchFamily="34" charset="0"/>
                </a:rPr>
                <a:t>A complete guide for AI transformations</a:t>
              </a:r>
            </a:p>
          </p:txBody>
        </p:sp>
        <p:sp>
          <p:nvSpPr>
            <p:cNvPr id="2" name="Tekstvak 1">
              <a:extLst>
                <a:ext uri="{FF2B5EF4-FFF2-40B4-BE49-F238E27FC236}">
                  <a16:creationId xmlns:a16="http://schemas.microsoft.com/office/drawing/2014/main" id="{7A35202E-6D93-F357-54FA-5F2F03585E0B}"/>
                </a:ext>
              </a:extLst>
            </p:cNvPr>
            <p:cNvSpPr txBox="1"/>
            <p:nvPr/>
          </p:nvSpPr>
          <p:spPr>
            <a:xfrm>
              <a:off x="1303223" y="5212922"/>
              <a:ext cx="1277914" cy="246221"/>
            </a:xfrm>
            <a:prstGeom prst="rect">
              <a:avLst/>
            </a:prstGeom>
            <a:noFill/>
            <a:effectLst>
              <a:outerShdw blurRad="12700" dist="12700" dir="2700000" algn="tl" rotWithShape="0">
                <a:prstClr val="black">
                  <a:alpha val="16000"/>
                </a:prstClr>
              </a:outerShdw>
            </a:effectLst>
          </p:spPr>
          <p:txBody>
            <a:bodyPr wrap="none" rtlCol="0">
              <a:spAutoFit/>
            </a:bodyPr>
            <a:lstStyle/>
            <a:p>
              <a:pPr algn="ctr"/>
              <a:r>
                <a:rPr lang="en-GB" sz="1000" noProof="0" dirty="0">
                  <a:solidFill>
                    <a:schemeClr val="bg1"/>
                  </a:solidFill>
                  <a:latin typeface="Garamond" panose="02020404030301010803" pitchFamily="18" charset="0"/>
                </a:rPr>
                <a:t>Stephan Hartgers-Rus</a:t>
              </a:r>
            </a:p>
          </p:txBody>
        </p:sp>
        <p:cxnSp>
          <p:nvCxnSpPr>
            <p:cNvPr id="19" name="Rechte verbindingslijn 18">
              <a:extLst>
                <a:ext uri="{FF2B5EF4-FFF2-40B4-BE49-F238E27FC236}">
                  <a16:creationId xmlns:a16="http://schemas.microsoft.com/office/drawing/2014/main" id="{470AE056-79E6-D9CB-0292-0A0450D0EEF2}"/>
                </a:ext>
              </a:extLst>
            </p:cNvPr>
            <p:cNvCxnSpPr>
              <a:cxnSpLocks/>
            </p:cNvCxnSpPr>
            <p:nvPr/>
          </p:nvCxnSpPr>
          <p:spPr>
            <a:xfrm>
              <a:off x="1367790" y="1612104"/>
              <a:ext cx="1175385" cy="0"/>
            </a:xfrm>
            <a:prstGeom prst="line">
              <a:avLst/>
            </a:prstGeom>
            <a:ln w="6350">
              <a:solidFill>
                <a:srgbClr val="4B5B6B"/>
              </a:solidFill>
            </a:ln>
          </p:spPr>
          <p:style>
            <a:lnRef idx="2">
              <a:schemeClr val="accent1"/>
            </a:lnRef>
            <a:fillRef idx="0">
              <a:schemeClr val="accent1"/>
            </a:fillRef>
            <a:effectRef idx="1">
              <a:schemeClr val="accent1"/>
            </a:effectRef>
            <a:fontRef idx="minor">
              <a:schemeClr val="tx1"/>
            </a:fontRef>
          </p:style>
        </p:cxnSp>
      </p:grpSp>
      <p:sp>
        <p:nvSpPr>
          <p:cNvPr id="5" name="Tekstvak 4">
            <a:extLst>
              <a:ext uri="{FF2B5EF4-FFF2-40B4-BE49-F238E27FC236}">
                <a16:creationId xmlns:a16="http://schemas.microsoft.com/office/drawing/2014/main" id="{A198950B-7018-C32F-4ABF-0187AC70BE2A}"/>
              </a:ext>
            </a:extLst>
          </p:cNvPr>
          <p:cNvSpPr txBox="1"/>
          <p:nvPr/>
        </p:nvSpPr>
        <p:spPr>
          <a:xfrm>
            <a:off x="4169500" y="1540630"/>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8" name="Tekstvak 7">
            <a:extLst>
              <a:ext uri="{FF2B5EF4-FFF2-40B4-BE49-F238E27FC236}">
                <a16:creationId xmlns:a16="http://schemas.microsoft.com/office/drawing/2014/main" id="{15405137-EC3B-0610-E5F6-4921C198CA55}"/>
              </a:ext>
            </a:extLst>
          </p:cNvPr>
          <p:cNvSpPr txBox="1"/>
          <p:nvPr/>
        </p:nvSpPr>
        <p:spPr>
          <a:xfrm>
            <a:off x="4169500" y="3167952"/>
            <a:ext cx="7206711" cy="954107"/>
          </a:xfrm>
          <a:prstGeom prst="rect">
            <a:avLst/>
          </a:prstGeom>
          <a:noFill/>
        </p:spPr>
        <p:txBody>
          <a:bodyPr wrap="square" rtlCol="0">
            <a:spAutoFit/>
          </a:bodyPr>
          <a:lstStyle/>
          <a:p>
            <a:r>
              <a:rPr lang="en-GB" sz="1400" dirty="0">
                <a:latin typeface="Garamond" panose="02020404030301010803" pitchFamily="18"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Garamond" panose="02020404030301010803" pitchFamily="18" charset="0"/>
            </a:endParaRPr>
          </a:p>
        </p:txBody>
      </p:sp>
      <p:sp>
        <p:nvSpPr>
          <p:cNvPr id="9" name="Tekstvak 8">
            <a:extLst>
              <a:ext uri="{FF2B5EF4-FFF2-40B4-BE49-F238E27FC236}">
                <a16:creationId xmlns:a16="http://schemas.microsoft.com/office/drawing/2014/main" id="{25F612BF-6966-3F4E-DAD7-D044CA8537E1}"/>
              </a:ext>
            </a:extLst>
          </p:cNvPr>
          <p:cNvSpPr txBox="1"/>
          <p:nvPr/>
        </p:nvSpPr>
        <p:spPr>
          <a:xfrm>
            <a:off x="4169500" y="4874367"/>
            <a:ext cx="7206711" cy="1169551"/>
          </a:xfrm>
          <a:prstGeom prst="rect">
            <a:avLst/>
          </a:prstGeom>
          <a:noFill/>
        </p:spPr>
        <p:txBody>
          <a:bodyPr wrap="square" rtlCol="0">
            <a:spAutoFit/>
          </a:bodyPr>
          <a:lstStyle/>
          <a:p>
            <a:r>
              <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rPr>
              <a:t>European businesses are dangerously underprepared for the largest paradigm shift since the industrial revolution. This book is the definitive guide to AI transformation—a practical guidebook for CEOs and leadership teams to benefit from the opportunities AI provides, set in the European context.</a:t>
            </a:r>
          </a:p>
          <a:p>
            <a:endParaRPr lang="en-GB" sz="1400" dirty="0">
              <a:latin typeface="Sans Serif Collection" panose="020B0502040504020204" pitchFamily="34" charset="0"/>
              <a:ea typeface="Sans Serif Collection" panose="020B0502040504020204" pitchFamily="34" charset="0"/>
              <a:cs typeface="Sans Serif Collection" panose="020B0502040504020204" pitchFamily="34" charset="0"/>
            </a:endParaRPr>
          </a:p>
        </p:txBody>
      </p:sp>
      <p:grpSp>
        <p:nvGrpSpPr>
          <p:cNvPr id="10" name="Groep 9">
            <a:extLst>
              <a:ext uri="{FF2B5EF4-FFF2-40B4-BE49-F238E27FC236}">
                <a16:creationId xmlns:a16="http://schemas.microsoft.com/office/drawing/2014/main" id="{EA00C963-6AD4-06E7-E34B-4FDC370A528D}"/>
              </a:ext>
            </a:extLst>
          </p:cNvPr>
          <p:cNvGrpSpPr/>
          <p:nvPr/>
        </p:nvGrpSpPr>
        <p:grpSpPr>
          <a:xfrm>
            <a:off x="-3160120" y="1363851"/>
            <a:ext cx="2903284" cy="4366456"/>
            <a:chOff x="504690" y="1363851"/>
            <a:chExt cx="2903284" cy="4366456"/>
          </a:xfrm>
        </p:grpSpPr>
        <p:pic>
          <p:nvPicPr>
            <p:cNvPr id="11" name="Afbeelding 10" descr="Afbeelding met schoeisel, kleding, person, persoon&#10;&#10;Door AI gegenereerde inhoud is mogelijk onjuist.">
              <a:extLst>
                <a:ext uri="{FF2B5EF4-FFF2-40B4-BE49-F238E27FC236}">
                  <a16:creationId xmlns:a16="http://schemas.microsoft.com/office/drawing/2014/main" id="{1A673832-247C-378D-6C34-E76494F5D842}"/>
                </a:ext>
              </a:extLst>
            </p:cNvPr>
            <p:cNvPicPr>
              <a:picLocks noChangeAspect="1"/>
            </p:cNvPicPr>
            <p:nvPr/>
          </p:nvPicPr>
          <p:blipFill>
            <a:blip r:embed="rId3">
              <a:extLst>
                <a:ext uri="{28A0092B-C50C-407E-A947-70E740481C1C}">
                  <a14:useLocalDpi xmlns:a14="http://schemas.microsoft.com/office/drawing/2010/main" val="0"/>
                </a:ext>
              </a:extLst>
            </a:blip>
            <a:srcRect b="6542"/>
            <a:stretch>
              <a:fillRect/>
            </a:stretch>
          </p:blipFill>
          <p:spPr>
            <a:xfrm>
              <a:off x="504690" y="1660285"/>
              <a:ext cx="2903284" cy="4070022"/>
            </a:xfrm>
            <a:prstGeom prst="rect">
              <a:avLst/>
            </a:prstGeom>
          </p:spPr>
        </p:pic>
        <p:pic>
          <p:nvPicPr>
            <p:cNvPr id="12" name="Afbeelding 11" descr="Afbeelding met schoeisel, kleding, person, persoon&#10;&#10;Door AI gegenereerde inhoud is mogelijk onjuist.">
              <a:extLst>
                <a:ext uri="{FF2B5EF4-FFF2-40B4-BE49-F238E27FC236}">
                  <a16:creationId xmlns:a16="http://schemas.microsoft.com/office/drawing/2014/main" id="{32CB1D28-F9D7-A2CC-0890-50292BA2FDC8}"/>
                </a:ext>
              </a:extLst>
            </p:cNvPr>
            <p:cNvPicPr>
              <a:picLocks noChangeAspect="1"/>
            </p:cNvPicPr>
            <p:nvPr/>
          </p:nvPicPr>
          <p:blipFill>
            <a:blip r:embed="rId3">
              <a:extLst>
                <a:ext uri="{28A0092B-C50C-407E-A947-70E740481C1C}">
                  <a14:useLocalDpi xmlns:a14="http://schemas.microsoft.com/office/drawing/2010/main" val="0"/>
                </a:ext>
              </a:extLst>
            </a:blip>
            <a:srcRect b="81202"/>
            <a:stretch>
              <a:fillRect/>
            </a:stretch>
          </p:blipFill>
          <p:spPr>
            <a:xfrm>
              <a:off x="504690" y="1363851"/>
              <a:ext cx="2903284" cy="1115077"/>
            </a:xfrm>
            <a:prstGeom prst="rect">
              <a:avLst/>
            </a:prstGeom>
          </p:spPr>
        </p:pic>
      </p:grpSp>
    </p:spTree>
    <p:extLst>
      <p:ext uri="{BB962C8B-B14F-4D97-AF65-F5344CB8AC3E}">
        <p14:creationId xmlns:p14="http://schemas.microsoft.com/office/powerpoint/2010/main" val="28765935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hthoek 1">
            <a:extLst>
              <a:ext uri="{FF2B5EF4-FFF2-40B4-BE49-F238E27FC236}">
                <a16:creationId xmlns:a16="http://schemas.microsoft.com/office/drawing/2014/main" id="{D59BBB47-7097-7DEF-94B0-637BDF103202}"/>
              </a:ext>
            </a:extLst>
          </p:cNvPr>
          <p:cNvSpPr/>
          <p:nvPr/>
        </p:nvSpPr>
        <p:spPr>
          <a:xfrm>
            <a:off x="1947040" y="42449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Title 2">
            <a:extLst>
              <a:ext uri="{FF2B5EF4-FFF2-40B4-BE49-F238E27FC236}">
                <a16:creationId xmlns:a16="http://schemas.microsoft.com/office/drawing/2014/main" id="{B3A34B42-FB4F-0FAB-9E0C-B9D4240D7263}"/>
              </a:ext>
            </a:extLst>
          </p:cNvPr>
          <p:cNvSpPr>
            <a:spLocks noGrp="1"/>
          </p:cNvSpPr>
          <p:nvPr>
            <p:ph type="title"/>
          </p:nvPr>
        </p:nvSpPr>
        <p:spPr>
          <a:xfrm>
            <a:off x="3284220" y="629113"/>
            <a:ext cx="5623560" cy="360099"/>
          </a:xfrm>
        </p:spPr>
        <p:txBody>
          <a:bodyPr>
            <a:normAutofit fontScale="90000"/>
          </a:bodyPr>
          <a:lstStyle/>
          <a:p>
            <a:pPr algn="ctr"/>
            <a:r>
              <a:rPr lang="en-GB" noProof="0" dirty="0">
                <a:solidFill>
                  <a:schemeClr val="tx1">
                    <a:lumMod val="85000"/>
                    <a:lumOff val="15000"/>
                  </a:schemeClr>
                </a:solidFill>
              </a:rPr>
              <a:t>Agentic systems scale with task complexity</a:t>
            </a:r>
          </a:p>
        </p:txBody>
      </p:sp>
      <p:grpSp>
        <p:nvGrpSpPr>
          <p:cNvPr id="51" name="Groep 50">
            <a:extLst>
              <a:ext uri="{FF2B5EF4-FFF2-40B4-BE49-F238E27FC236}">
                <a16:creationId xmlns:a16="http://schemas.microsoft.com/office/drawing/2014/main" id="{1FC40DF5-F758-045D-0665-BE46FB1FB96B}"/>
              </a:ext>
            </a:extLst>
          </p:cNvPr>
          <p:cNvGrpSpPr/>
          <p:nvPr/>
        </p:nvGrpSpPr>
        <p:grpSpPr>
          <a:xfrm>
            <a:off x="2238181" y="1664694"/>
            <a:ext cx="7860151" cy="2917691"/>
            <a:chOff x="2238181" y="1664694"/>
            <a:chExt cx="7860151" cy="2917691"/>
          </a:xfrm>
        </p:grpSpPr>
        <p:pic>
          <p:nvPicPr>
            <p:cNvPr id="1026" name="Picture 2" descr="Geen ALT-tekst opgegeven voor deze afbeelding">
              <a:extLst>
                <a:ext uri="{FF2B5EF4-FFF2-40B4-BE49-F238E27FC236}">
                  <a16:creationId xmlns:a16="http://schemas.microsoft.com/office/drawing/2014/main" id="{BE962BD8-FFF4-D3DC-1C7C-18B0CFA0E27E}"/>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72429" t="45111" r="17782" b="46173"/>
            <a:stretch>
              <a:fillRect/>
            </a:stretch>
          </p:blipFill>
          <p:spPr bwMode="auto">
            <a:xfrm>
              <a:off x="8617054" y="2555681"/>
              <a:ext cx="1006998" cy="597726"/>
            </a:xfrm>
            <a:prstGeom prst="rect">
              <a:avLst/>
            </a:prstGeom>
            <a:noFill/>
            <a:extLst>
              <a:ext uri="{909E8E84-426E-40DD-AFC4-6F175D3DCCD1}">
                <a14:hiddenFill xmlns:a14="http://schemas.microsoft.com/office/drawing/2010/main">
                  <a:solidFill>
                    <a:srgbClr val="FFFFFF"/>
                  </a:solidFill>
                </a14:hiddenFill>
              </a:ext>
            </a:extLst>
          </p:spPr>
        </p:pic>
        <p:grpSp>
          <p:nvGrpSpPr>
            <p:cNvPr id="50" name="Groep 49">
              <a:extLst>
                <a:ext uri="{FF2B5EF4-FFF2-40B4-BE49-F238E27FC236}">
                  <a16:creationId xmlns:a16="http://schemas.microsoft.com/office/drawing/2014/main" id="{11553B2F-71BA-6680-A5C5-C65FDE5798C4}"/>
                </a:ext>
              </a:extLst>
            </p:cNvPr>
            <p:cNvGrpSpPr/>
            <p:nvPr/>
          </p:nvGrpSpPr>
          <p:grpSpPr>
            <a:xfrm>
              <a:off x="2238181" y="2608884"/>
              <a:ext cx="1872927" cy="1973501"/>
              <a:chOff x="2238181" y="2608884"/>
              <a:chExt cx="1872927" cy="1973501"/>
            </a:xfrm>
          </p:grpSpPr>
          <p:sp>
            <p:nvSpPr>
              <p:cNvPr id="6" name="Tekstvak 5">
                <a:extLst>
                  <a:ext uri="{FF2B5EF4-FFF2-40B4-BE49-F238E27FC236}">
                    <a16:creationId xmlns:a16="http://schemas.microsoft.com/office/drawing/2014/main" id="{B7BC8CD5-8290-7BF8-0563-0B5D354C08B9}"/>
                  </a:ext>
                </a:extLst>
              </p:cNvPr>
              <p:cNvSpPr txBox="1"/>
              <p:nvPr/>
            </p:nvSpPr>
            <p:spPr>
              <a:xfrm>
                <a:off x="2238181" y="3924904"/>
                <a:ext cx="1872925" cy="50783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Agents assist individuals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Improve personal tasks</a:t>
                </a:r>
              </a:p>
            </p:txBody>
          </p:sp>
          <p:sp>
            <p:nvSpPr>
              <p:cNvPr id="9" name="Rechthoek: afgeronde bovenhoeken 8">
                <a:extLst>
                  <a:ext uri="{FF2B5EF4-FFF2-40B4-BE49-F238E27FC236}">
                    <a16:creationId xmlns:a16="http://schemas.microsoft.com/office/drawing/2014/main" id="{47A8ACC6-4D65-0098-F12F-198B6EC32731}"/>
                  </a:ext>
                </a:extLst>
              </p:cNvPr>
              <p:cNvSpPr/>
              <p:nvPr/>
            </p:nvSpPr>
            <p:spPr>
              <a:xfrm>
                <a:off x="2238182" y="260888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4" name="Rechthoek: afgeronde hoeken 3">
                <a:extLst>
                  <a:ext uri="{FF2B5EF4-FFF2-40B4-BE49-F238E27FC236}">
                    <a16:creationId xmlns:a16="http://schemas.microsoft.com/office/drawing/2014/main" id="{7173F817-78BD-F5A5-D5A1-F38742BCBC56}"/>
                  </a:ext>
                </a:extLst>
              </p:cNvPr>
              <p:cNvSpPr/>
              <p:nvPr/>
            </p:nvSpPr>
            <p:spPr>
              <a:xfrm>
                <a:off x="2238182" y="2608884"/>
                <a:ext cx="1872926" cy="197350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10" name="Tekstvak 9">
                <a:extLst>
                  <a:ext uri="{FF2B5EF4-FFF2-40B4-BE49-F238E27FC236}">
                    <a16:creationId xmlns:a16="http://schemas.microsoft.com/office/drawing/2014/main" id="{D9A05767-F9F0-938D-7AA8-2AC141DDCD4C}"/>
                  </a:ext>
                </a:extLst>
              </p:cNvPr>
              <p:cNvSpPr txBox="1"/>
              <p:nvPr/>
            </p:nvSpPr>
            <p:spPr>
              <a:xfrm>
                <a:off x="2278822" y="2654320"/>
                <a:ext cx="1597379" cy="523220"/>
              </a:xfrm>
              <a:prstGeom prst="rect">
                <a:avLst/>
              </a:prstGeom>
              <a:noFill/>
            </p:spPr>
            <p:txBody>
              <a:bodyPr wrap="square" rtlCol="0">
                <a:spAutoFit/>
              </a:bodyPr>
              <a:lstStyle/>
              <a:p>
                <a:r>
                  <a:rPr lang="en-GB" sz="1400" b="1" dirty="0">
                    <a:solidFill>
                      <a:schemeClr val="bg1"/>
                    </a:solidFill>
                    <a:latin typeface="DM Sans" pitchFamily="2" charset="0"/>
                  </a:rPr>
                  <a:t>Individual augmentation</a:t>
                </a:r>
                <a:endParaRPr lang="en-GB" sz="1400" b="1" i="1" dirty="0">
                  <a:solidFill>
                    <a:schemeClr val="bg1"/>
                  </a:solidFill>
                  <a:latin typeface="DM Sans" pitchFamily="2" charset="0"/>
                </a:endParaRPr>
              </a:p>
            </p:txBody>
          </p:sp>
        </p:grpSp>
        <p:grpSp>
          <p:nvGrpSpPr>
            <p:cNvPr id="49" name="Groep 48">
              <a:extLst>
                <a:ext uri="{FF2B5EF4-FFF2-40B4-BE49-F238E27FC236}">
                  <a16:creationId xmlns:a16="http://schemas.microsoft.com/office/drawing/2014/main" id="{3265D777-72EB-BC6A-438D-3BD73F721A27}"/>
                </a:ext>
              </a:extLst>
            </p:cNvPr>
            <p:cNvGrpSpPr/>
            <p:nvPr/>
          </p:nvGrpSpPr>
          <p:grpSpPr>
            <a:xfrm>
              <a:off x="4233922" y="2294154"/>
              <a:ext cx="1872927" cy="2288231"/>
              <a:chOff x="4233922" y="2294154"/>
              <a:chExt cx="1872927" cy="2288231"/>
            </a:xfrm>
          </p:grpSpPr>
          <p:sp>
            <p:nvSpPr>
              <p:cNvPr id="22" name="Tekstvak 21">
                <a:extLst>
                  <a:ext uri="{FF2B5EF4-FFF2-40B4-BE49-F238E27FC236}">
                    <a16:creationId xmlns:a16="http://schemas.microsoft.com/office/drawing/2014/main" id="{3B5F272C-15AA-8037-125C-BA55F0A2BC1F}"/>
                  </a:ext>
                </a:extLst>
              </p:cNvPr>
              <p:cNvSpPr txBox="1"/>
              <p:nvPr/>
            </p:nvSpPr>
            <p:spPr>
              <a:xfrm>
                <a:off x="4233922" y="3924904"/>
                <a:ext cx="1862077" cy="507831"/>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Automate routine workflows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Scale execution quality</a:t>
                </a:r>
              </a:p>
            </p:txBody>
          </p:sp>
          <p:sp>
            <p:nvSpPr>
              <p:cNvPr id="23" name="Rechthoek: afgeronde bovenhoeken 22">
                <a:extLst>
                  <a:ext uri="{FF2B5EF4-FFF2-40B4-BE49-F238E27FC236}">
                    <a16:creationId xmlns:a16="http://schemas.microsoft.com/office/drawing/2014/main" id="{BEAD4EBB-6063-9EA7-CADB-ABC1B6AD7140}"/>
                  </a:ext>
                </a:extLst>
              </p:cNvPr>
              <p:cNvSpPr/>
              <p:nvPr/>
            </p:nvSpPr>
            <p:spPr>
              <a:xfrm>
                <a:off x="4233923" y="229415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4" name="Rechthoek: afgeronde hoeken 23">
                <a:extLst>
                  <a:ext uri="{FF2B5EF4-FFF2-40B4-BE49-F238E27FC236}">
                    <a16:creationId xmlns:a16="http://schemas.microsoft.com/office/drawing/2014/main" id="{C3CB4C2B-D918-6F91-F6D1-C736B7FC0BB9}"/>
                  </a:ext>
                </a:extLst>
              </p:cNvPr>
              <p:cNvSpPr/>
              <p:nvPr/>
            </p:nvSpPr>
            <p:spPr>
              <a:xfrm>
                <a:off x="4233923" y="2294154"/>
                <a:ext cx="1872926" cy="228823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25" name="Tekstvak 24">
                <a:extLst>
                  <a:ext uri="{FF2B5EF4-FFF2-40B4-BE49-F238E27FC236}">
                    <a16:creationId xmlns:a16="http://schemas.microsoft.com/office/drawing/2014/main" id="{1AF15559-C56E-C8DA-7EFD-7A3096894052}"/>
                  </a:ext>
                </a:extLst>
              </p:cNvPr>
              <p:cNvSpPr txBox="1"/>
              <p:nvPr/>
            </p:nvSpPr>
            <p:spPr>
              <a:xfrm>
                <a:off x="4274563" y="2339590"/>
                <a:ext cx="1597379" cy="523220"/>
              </a:xfrm>
              <a:prstGeom prst="rect">
                <a:avLst/>
              </a:prstGeom>
              <a:noFill/>
            </p:spPr>
            <p:txBody>
              <a:bodyPr wrap="square" rtlCol="0">
                <a:spAutoFit/>
              </a:bodyPr>
              <a:lstStyle/>
              <a:p>
                <a:r>
                  <a:rPr lang="en-GB" sz="1400" b="1" dirty="0">
                    <a:solidFill>
                      <a:schemeClr val="bg1"/>
                    </a:solidFill>
                    <a:latin typeface="DM Sans" pitchFamily="2" charset="0"/>
                  </a:rPr>
                  <a:t>Task &amp; workflow automation</a:t>
                </a:r>
                <a:endParaRPr lang="en-GB" sz="1400" b="1" i="1" dirty="0">
                  <a:solidFill>
                    <a:schemeClr val="bg1"/>
                  </a:solidFill>
                  <a:latin typeface="DM Sans" pitchFamily="2" charset="0"/>
                </a:endParaRPr>
              </a:p>
            </p:txBody>
          </p:sp>
        </p:grpSp>
        <p:grpSp>
          <p:nvGrpSpPr>
            <p:cNvPr id="48" name="Groep 47">
              <a:extLst>
                <a:ext uri="{FF2B5EF4-FFF2-40B4-BE49-F238E27FC236}">
                  <a16:creationId xmlns:a16="http://schemas.microsoft.com/office/drawing/2014/main" id="{0F19FA35-6463-BF14-4C00-7CCD7501EA5B}"/>
                </a:ext>
              </a:extLst>
            </p:cNvPr>
            <p:cNvGrpSpPr/>
            <p:nvPr/>
          </p:nvGrpSpPr>
          <p:grpSpPr>
            <a:xfrm>
              <a:off x="6229664" y="1979424"/>
              <a:ext cx="1872926" cy="2602961"/>
              <a:chOff x="6229664" y="1979424"/>
              <a:chExt cx="1872926" cy="2602961"/>
            </a:xfrm>
          </p:grpSpPr>
          <p:sp>
            <p:nvSpPr>
              <p:cNvPr id="27" name="Tekstvak 26">
                <a:extLst>
                  <a:ext uri="{FF2B5EF4-FFF2-40B4-BE49-F238E27FC236}">
                    <a16:creationId xmlns:a16="http://schemas.microsoft.com/office/drawing/2014/main" id="{ED530079-0921-B049-DF19-DCF16BF9EC9D}"/>
                  </a:ext>
                </a:extLst>
              </p:cNvPr>
              <p:cNvSpPr txBox="1"/>
              <p:nvPr/>
            </p:nvSpPr>
            <p:spPr>
              <a:xfrm>
                <a:off x="6229664" y="3586349"/>
                <a:ext cx="1872926" cy="846386"/>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Agent teams across a function</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Redesign, intelligent processes</a:t>
                </a:r>
              </a:p>
            </p:txBody>
          </p:sp>
          <p:sp>
            <p:nvSpPr>
              <p:cNvPr id="28" name="Rechthoek: afgeronde bovenhoeken 27">
                <a:extLst>
                  <a:ext uri="{FF2B5EF4-FFF2-40B4-BE49-F238E27FC236}">
                    <a16:creationId xmlns:a16="http://schemas.microsoft.com/office/drawing/2014/main" id="{7655D4D4-A725-FFA1-1459-E7081F56F796}"/>
                  </a:ext>
                </a:extLst>
              </p:cNvPr>
              <p:cNvSpPr/>
              <p:nvPr/>
            </p:nvSpPr>
            <p:spPr>
              <a:xfrm>
                <a:off x="6229664" y="197942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29" name="Rechthoek: afgeronde hoeken 28">
                <a:extLst>
                  <a:ext uri="{FF2B5EF4-FFF2-40B4-BE49-F238E27FC236}">
                    <a16:creationId xmlns:a16="http://schemas.microsoft.com/office/drawing/2014/main" id="{8FDA55AD-CF64-AEB8-D0FB-6208EAB3ED01}"/>
                  </a:ext>
                </a:extLst>
              </p:cNvPr>
              <p:cNvSpPr/>
              <p:nvPr/>
            </p:nvSpPr>
            <p:spPr>
              <a:xfrm>
                <a:off x="6229664" y="1979424"/>
                <a:ext cx="1872926" cy="260296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1" name="Tekstvak 30">
                <a:extLst>
                  <a:ext uri="{FF2B5EF4-FFF2-40B4-BE49-F238E27FC236}">
                    <a16:creationId xmlns:a16="http://schemas.microsoft.com/office/drawing/2014/main" id="{71F75D97-B282-7651-68BE-C8B290B84D2B}"/>
                  </a:ext>
                </a:extLst>
              </p:cNvPr>
              <p:cNvSpPr txBox="1"/>
              <p:nvPr/>
            </p:nvSpPr>
            <p:spPr>
              <a:xfrm>
                <a:off x="6270304" y="2024860"/>
                <a:ext cx="1760835" cy="523220"/>
              </a:xfrm>
              <a:prstGeom prst="rect">
                <a:avLst/>
              </a:prstGeom>
              <a:noFill/>
            </p:spPr>
            <p:txBody>
              <a:bodyPr wrap="square" rtlCol="0">
                <a:spAutoFit/>
              </a:bodyPr>
              <a:lstStyle/>
              <a:p>
                <a:r>
                  <a:rPr lang="en-GB" sz="1400" b="1" dirty="0">
                    <a:solidFill>
                      <a:schemeClr val="bg1"/>
                    </a:solidFill>
                    <a:latin typeface="DM Sans" pitchFamily="2" charset="0"/>
                  </a:rPr>
                  <a:t>Functional agentic workflows</a:t>
                </a:r>
                <a:endParaRPr lang="en-GB" sz="1400" b="1" i="1" dirty="0">
                  <a:solidFill>
                    <a:schemeClr val="bg1"/>
                  </a:solidFill>
                  <a:latin typeface="DM Sans" pitchFamily="2" charset="0"/>
                </a:endParaRPr>
              </a:p>
            </p:txBody>
          </p:sp>
        </p:grpSp>
        <p:grpSp>
          <p:nvGrpSpPr>
            <p:cNvPr id="47" name="Groep 46">
              <a:extLst>
                <a:ext uri="{FF2B5EF4-FFF2-40B4-BE49-F238E27FC236}">
                  <a16:creationId xmlns:a16="http://schemas.microsoft.com/office/drawing/2014/main" id="{F0E26D06-0E9C-1E9D-5EF2-CA93159AF913}"/>
                </a:ext>
              </a:extLst>
            </p:cNvPr>
            <p:cNvGrpSpPr/>
            <p:nvPr/>
          </p:nvGrpSpPr>
          <p:grpSpPr>
            <a:xfrm>
              <a:off x="8225406" y="1664694"/>
              <a:ext cx="1872926" cy="2917691"/>
              <a:chOff x="8225406" y="1664694"/>
              <a:chExt cx="1872926" cy="2917691"/>
            </a:xfrm>
          </p:grpSpPr>
          <p:sp>
            <p:nvSpPr>
              <p:cNvPr id="35" name="Tekstvak 34">
                <a:extLst>
                  <a:ext uri="{FF2B5EF4-FFF2-40B4-BE49-F238E27FC236}">
                    <a16:creationId xmlns:a16="http://schemas.microsoft.com/office/drawing/2014/main" id="{8F8A1EF2-1E56-E80F-80C6-C181E6DEC682}"/>
                  </a:ext>
                </a:extLst>
              </p:cNvPr>
              <p:cNvSpPr txBox="1"/>
              <p:nvPr/>
            </p:nvSpPr>
            <p:spPr>
              <a:xfrm>
                <a:off x="8225406" y="3755627"/>
                <a:ext cx="1872926" cy="677108"/>
              </a:xfrm>
              <a:prstGeom prst="rect">
                <a:avLst/>
              </a:prstGeom>
              <a:noFill/>
            </p:spPr>
            <p:txBody>
              <a:bodyPr wrap="square" lIns="90000" rIns="36000" rtlCol="0">
                <a:spAutoFit/>
              </a:bodyPr>
              <a:lstStyle/>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End-to-end complex workflows</a:t>
                </a:r>
              </a:p>
              <a:p>
                <a:pPr marL="92075" indent="-92075">
                  <a:spcAft>
                    <a:spcPts val="600"/>
                  </a:spcAft>
                  <a:buFont typeface="Arial" panose="020B0604020202020204" pitchFamily="34" charset="0"/>
                  <a:buChar char="•"/>
                </a:pPr>
                <a:r>
                  <a:rPr lang="en-GB" sz="1100" dirty="0">
                    <a:solidFill>
                      <a:schemeClr val="tx1">
                        <a:lumMod val="85000"/>
                        <a:lumOff val="15000"/>
                      </a:schemeClr>
                    </a:solidFill>
                    <a:latin typeface="+mj-lt"/>
                  </a:rPr>
                  <a:t>High-level decision support</a:t>
                </a:r>
              </a:p>
            </p:txBody>
          </p:sp>
          <p:sp>
            <p:nvSpPr>
              <p:cNvPr id="36" name="Rechthoek: afgeronde bovenhoeken 35">
                <a:extLst>
                  <a:ext uri="{FF2B5EF4-FFF2-40B4-BE49-F238E27FC236}">
                    <a16:creationId xmlns:a16="http://schemas.microsoft.com/office/drawing/2014/main" id="{08BD41DC-B421-FEEC-AC98-71007A600253}"/>
                  </a:ext>
                </a:extLst>
              </p:cNvPr>
              <p:cNvSpPr/>
              <p:nvPr/>
            </p:nvSpPr>
            <p:spPr>
              <a:xfrm>
                <a:off x="8225406" y="1664694"/>
                <a:ext cx="1872926" cy="626416"/>
              </a:xfrm>
              <a:prstGeom prst="round2SameRect">
                <a:avLst>
                  <a:gd name="adj1" fmla="val 24049"/>
                  <a:gd name="adj2" fmla="val 0"/>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lumMod val="85000"/>
                      <a:lumOff val="15000"/>
                    </a:schemeClr>
                  </a:solidFill>
                </a:endParaRPr>
              </a:p>
            </p:txBody>
          </p:sp>
          <p:sp>
            <p:nvSpPr>
              <p:cNvPr id="37" name="Rechthoek: afgeronde hoeken 36">
                <a:extLst>
                  <a:ext uri="{FF2B5EF4-FFF2-40B4-BE49-F238E27FC236}">
                    <a16:creationId xmlns:a16="http://schemas.microsoft.com/office/drawing/2014/main" id="{1C5A4A89-956A-35DE-D7AF-A3DCF530A485}"/>
                  </a:ext>
                </a:extLst>
              </p:cNvPr>
              <p:cNvSpPr/>
              <p:nvPr/>
            </p:nvSpPr>
            <p:spPr>
              <a:xfrm>
                <a:off x="8225406" y="1664694"/>
                <a:ext cx="1872926" cy="2917691"/>
              </a:xfrm>
              <a:prstGeom prst="roundRect">
                <a:avLst>
                  <a:gd name="adj" fmla="val 6903"/>
                </a:avLst>
              </a:prstGeom>
              <a:noFill/>
              <a:ln w="12700">
                <a:solidFill>
                  <a:schemeClr val="tx1">
                    <a:lumMod val="75000"/>
                    <a:lumOff val="25000"/>
                  </a:schemeClr>
                </a:solidFill>
              </a:ln>
            </p:spPr>
            <p:txBody>
              <a:bodyPr wrap="square" tIns="90000" anchor="ctr" anchorCtr="1">
                <a:noAutofit/>
              </a:bodyPr>
              <a:lstStyle/>
              <a:p>
                <a:pPr algn="ctr">
                  <a:lnSpc>
                    <a:spcPts val="1300"/>
                  </a:lnSpc>
                  <a:buNone/>
                </a:pPr>
                <a:endParaRPr lang="en-GB" sz="1200" i="1" noProof="0" dirty="0">
                  <a:solidFill>
                    <a:schemeClr val="tx1">
                      <a:lumMod val="85000"/>
                      <a:lumOff val="15000"/>
                    </a:schemeClr>
                  </a:solidFill>
                  <a:latin typeface="+mj-lt"/>
                </a:endParaRPr>
              </a:p>
            </p:txBody>
          </p:sp>
          <p:sp>
            <p:nvSpPr>
              <p:cNvPr id="38" name="Tekstvak 37">
                <a:extLst>
                  <a:ext uri="{FF2B5EF4-FFF2-40B4-BE49-F238E27FC236}">
                    <a16:creationId xmlns:a16="http://schemas.microsoft.com/office/drawing/2014/main" id="{1A3BBB2D-4619-F4E5-1977-DD93615DCD13}"/>
                  </a:ext>
                </a:extLst>
              </p:cNvPr>
              <p:cNvSpPr txBox="1"/>
              <p:nvPr/>
            </p:nvSpPr>
            <p:spPr>
              <a:xfrm>
                <a:off x="8266046" y="1710130"/>
                <a:ext cx="1832286" cy="523220"/>
              </a:xfrm>
              <a:prstGeom prst="rect">
                <a:avLst/>
              </a:prstGeom>
              <a:noFill/>
            </p:spPr>
            <p:txBody>
              <a:bodyPr wrap="square" rtlCol="0">
                <a:spAutoFit/>
              </a:bodyPr>
              <a:lstStyle/>
              <a:p>
                <a:r>
                  <a:rPr lang="en-GB" sz="1400" b="1" dirty="0">
                    <a:solidFill>
                      <a:schemeClr val="bg1"/>
                    </a:solidFill>
                    <a:latin typeface="DM Sans" pitchFamily="2" charset="0"/>
                  </a:rPr>
                  <a:t>Cross-functional agentic workflows</a:t>
                </a:r>
                <a:endParaRPr lang="en-GB" sz="1400" b="1" i="1" dirty="0">
                  <a:solidFill>
                    <a:schemeClr val="bg1"/>
                  </a:solidFill>
                  <a:latin typeface="DM Sans" pitchFamily="2" charset="0"/>
                </a:endParaRPr>
              </a:p>
            </p:txBody>
          </p:sp>
        </p:grpSp>
        <p:pic>
          <p:nvPicPr>
            <p:cNvPr id="40" name="Picture 2" descr="Geen ALT-tekst opgegeven voor deze afbeelding">
              <a:extLst>
                <a:ext uri="{FF2B5EF4-FFF2-40B4-BE49-F238E27FC236}">
                  <a16:creationId xmlns:a16="http://schemas.microsoft.com/office/drawing/2014/main" id="{3339BC4B-BAF4-E359-4B48-D70AF4FFA2F8}"/>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52056" t="49101" r="39179" b="41041"/>
            <a:stretch>
              <a:fillRect/>
            </a:stretch>
          </p:blipFill>
          <p:spPr bwMode="auto">
            <a:xfrm>
              <a:off x="6646352" y="2776758"/>
              <a:ext cx="901668" cy="676090"/>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Geen ALT-tekst opgegeven voor deze afbeelding">
              <a:extLst>
                <a:ext uri="{FF2B5EF4-FFF2-40B4-BE49-F238E27FC236}">
                  <a16:creationId xmlns:a16="http://schemas.microsoft.com/office/drawing/2014/main" id="{B8B79CD2-F8C8-26DC-FB9D-9001C1A05499}"/>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31906" t="52293" r="61753" b="39148"/>
            <a:stretch>
              <a:fillRect/>
            </a:stretch>
          </p:blipFill>
          <p:spPr bwMode="auto">
            <a:xfrm>
              <a:off x="4783001" y="3088401"/>
              <a:ext cx="652314" cy="58696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Geen ALT-tekst opgegeven voor deze afbeelding">
              <a:extLst>
                <a:ext uri="{FF2B5EF4-FFF2-40B4-BE49-F238E27FC236}">
                  <a16:creationId xmlns:a16="http://schemas.microsoft.com/office/drawing/2014/main" id="{80D9276C-453F-4A13-311F-C04E2224AB6C}"/>
                </a:ext>
              </a:extLst>
            </p:cNvPr>
            <p:cNvPicPr>
              <a:picLocks noChangeAspect="1" noChangeArrowheads="1"/>
            </p:cNvPicPr>
            <p:nvPr/>
          </p:nvPicPr>
          <p:blipFill rotWithShape="1">
            <a:blip r:embed="rId3">
              <a:clrChange>
                <a:clrFrom>
                  <a:srgbClr val="F0F4FD"/>
                </a:clrFrom>
                <a:clrTo>
                  <a:srgbClr val="F0F4FD">
                    <a:alpha val="0"/>
                  </a:srgbClr>
                </a:clrTo>
              </a:clrChange>
              <a:grayscl/>
              <a:extLst>
                <a:ext uri="{28A0092B-C50C-407E-A947-70E740481C1C}">
                  <a14:useLocalDpi xmlns:a14="http://schemas.microsoft.com/office/drawing/2010/main" val="0"/>
                </a:ext>
              </a:extLst>
            </a:blip>
            <a:srcRect l="11468" t="55454" r="81516" b="36151"/>
            <a:stretch>
              <a:fillRect/>
            </a:stretch>
          </p:blipFill>
          <p:spPr bwMode="auto">
            <a:xfrm>
              <a:off x="2770431" y="3381884"/>
              <a:ext cx="721795" cy="575735"/>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1552346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C701A-283F-C1B0-2834-F9D1A7F131B3}"/>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44EF578A-6231-9FBF-1308-E0EF79AE5D3B}"/>
              </a:ext>
            </a:extLst>
          </p:cNvPr>
          <p:cNvSpPr/>
          <p:nvPr/>
        </p:nvSpPr>
        <p:spPr>
          <a:xfrm>
            <a:off x="1947041" y="40925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8804E6F4-C3CC-C3BC-3F2A-1A9BCA0131F6}"/>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Transformation Framework</a:t>
            </a:r>
          </a:p>
        </p:txBody>
      </p:sp>
      <p:sp>
        <p:nvSpPr>
          <p:cNvPr id="17" name="Rectangle 16">
            <a:extLst>
              <a:ext uri="{FF2B5EF4-FFF2-40B4-BE49-F238E27FC236}">
                <a16:creationId xmlns:a16="http://schemas.microsoft.com/office/drawing/2014/main" id="{D72B93A7-9585-0551-84EE-EF7054A423A7}"/>
              </a:ext>
            </a:extLst>
          </p:cNvPr>
          <p:cNvSpPr/>
          <p:nvPr/>
        </p:nvSpPr>
        <p:spPr>
          <a:xfrm>
            <a:off x="2265680" y="1273145"/>
            <a:ext cx="7658112" cy="569848"/>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TextBox 19">
            <a:extLst>
              <a:ext uri="{FF2B5EF4-FFF2-40B4-BE49-F238E27FC236}">
                <a16:creationId xmlns:a16="http://schemas.microsoft.com/office/drawing/2014/main" id="{5B250883-346E-3EC8-3212-E9A0D2A763DF}"/>
              </a:ext>
            </a:extLst>
          </p:cNvPr>
          <p:cNvSpPr txBox="1"/>
          <p:nvPr/>
        </p:nvSpPr>
        <p:spPr>
          <a:xfrm>
            <a:off x="2418950" y="1343051"/>
            <a:ext cx="3874310" cy="383054"/>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VISION</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Vision</a:t>
            </a:r>
            <a:r>
              <a:rPr lang="en-GB" sz="1200" b="1" noProof="0" dirty="0">
                <a:solidFill>
                  <a:schemeClr val="tx1">
                    <a:lumMod val="85000"/>
                    <a:lumOff val="15000"/>
                  </a:schemeClr>
                </a:solidFill>
                <a:latin typeface="+mj-lt"/>
              </a:rPr>
              <a:t>, </a:t>
            </a:r>
            <a:r>
              <a:rPr lang="en-GB" sz="1200" noProof="0" dirty="0">
                <a:solidFill>
                  <a:schemeClr val="tx1">
                    <a:lumMod val="85000"/>
                    <a:lumOff val="15000"/>
                  </a:schemeClr>
                </a:solidFill>
                <a:latin typeface="+mj-lt"/>
              </a:rPr>
              <a:t>strategy, values, objectives</a:t>
            </a:r>
          </a:p>
        </p:txBody>
      </p:sp>
      <p:sp>
        <p:nvSpPr>
          <p:cNvPr id="151" name="Rectangle 150">
            <a:extLst>
              <a:ext uri="{FF2B5EF4-FFF2-40B4-BE49-F238E27FC236}">
                <a16:creationId xmlns:a16="http://schemas.microsoft.com/office/drawing/2014/main" id="{6FE07215-7F00-369F-6136-C21285723163}"/>
              </a:ext>
            </a:extLst>
          </p:cNvPr>
          <p:cNvSpPr/>
          <p:nvPr/>
        </p:nvSpPr>
        <p:spPr>
          <a:xfrm>
            <a:off x="2271959"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4" name="Rectangle 153">
            <a:extLst>
              <a:ext uri="{FF2B5EF4-FFF2-40B4-BE49-F238E27FC236}">
                <a16:creationId xmlns:a16="http://schemas.microsoft.com/office/drawing/2014/main" id="{653576DA-7188-AF3A-BBE1-8B282BA67543}"/>
              </a:ext>
            </a:extLst>
          </p:cNvPr>
          <p:cNvSpPr/>
          <p:nvPr/>
        </p:nvSpPr>
        <p:spPr>
          <a:xfrm>
            <a:off x="485884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6" name="Rectangle 155">
            <a:extLst>
              <a:ext uri="{FF2B5EF4-FFF2-40B4-BE49-F238E27FC236}">
                <a16:creationId xmlns:a16="http://schemas.microsoft.com/office/drawing/2014/main" id="{8B339D20-5A49-6F7A-15C4-5ED02A3C89CF}"/>
              </a:ext>
            </a:extLst>
          </p:cNvPr>
          <p:cNvSpPr/>
          <p:nvPr/>
        </p:nvSpPr>
        <p:spPr>
          <a:xfrm>
            <a:off x="7445738" y="4023121"/>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2" name="TextBox 151">
            <a:extLst>
              <a:ext uri="{FF2B5EF4-FFF2-40B4-BE49-F238E27FC236}">
                <a16:creationId xmlns:a16="http://schemas.microsoft.com/office/drawing/2014/main" id="{D45E396F-4999-B4F9-7072-65323E72C693}"/>
              </a:ext>
            </a:extLst>
          </p:cNvPr>
          <p:cNvSpPr txBox="1"/>
          <p:nvPr/>
        </p:nvSpPr>
        <p:spPr>
          <a:xfrm>
            <a:off x="2418949" y="4089627"/>
            <a:ext cx="2436657"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DATA</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Reusable data products, analytics, architecture, monetization</a:t>
            </a:r>
          </a:p>
        </p:txBody>
      </p:sp>
      <p:sp>
        <p:nvSpPr>
          <p:cNvPr id="155" name="TextBox 154">
            <a:extLst>
              <a:ext uri="{FF2B5EF4-FFF2-40B4-BE49-F238E27FC236}">
                <a16:creationId xmlns:a16="http://schemas.microsoft.com/office/drawing/2014/main" id="{2DE3B8D4-C994-CC95-4F69-2555F1BAEC65}"/>
              </a:ext>
            </a:extLst>
          </p:cNvPr>
          <p:cNvSpPr txBox="1"/>
          <p:nvPr/>
        </p:nvSpPr>
        <p:spPr>
          <a:xfrm>
            <a:off x="5010186" y="4089627"/>
            <a:ext cx="20444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TECHNOLOGY</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Target architecture, platforms &amp; solutions, integration </a:t>
            </a:r>
          </a:p>
        </p:txBody>
      </p:sp>
      <p:sp>
        <p:nvSpPr>
          <p:cNvPr id="157" name="TextBox 156">
            <a:extLst>
              <a:ext uri="{FF2B5EF4-FFF2-40B4-BE49-F238E27FC236}">
                <a16:creationId xmlns:a16="http://schemas.microsoft.com/office/drawing/2014/main" id="{B1A48E0B-B12C-B2CB-1BB2-D2295474555A}"/>
              </a:ext>
            </a:extLst>
          </p:cNvPr>
          <p:cNvSpPr txBox="1"/>
          <p:nvPr/>
        </p:nvSpPr>
        <p:spPr>
          <a:xfrm>
            <a:off x="7590340" y="4089627"/>
            <a:ext cx="2050934"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ENABLEMENT</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Culture, AI &amp; engineering toolbox, automation, agents, skills</a:t>
            </a:r>
          </a:p>
        </p:txBody>
      </p:sp>
      <p:sp>
        <p:nvSpPr>
          <p:cNvPr id="162" name="Rectangle 161">
            <a:extLst>
              <a:ext uri="{FF2B5EF4-FFF2-40B4-BE49-F238E27FC236}">
                <a16:creationId xmlns:a16="http://schemas.microsoft.com/office/drawing/2014/main" id="{040EE41B-84FC-D9F7-BC87-3BD84F3AFE4B}"/>
              </a:ext>
            </a:extLst>
          </p:cNvPr>
          <p:cNvSpPr/>
          <p:nvPr/>
        </p:nvSpPr>
        <p:spPr>
          <a:xfrm>
            <a:off x="2271959"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5" name="Rectangle 164">
            <a:extLst>
              <a:ext uri="{FF2B5EF4-FFF2-40B4-BE49-F238E27FC236}">
                <a16:creationId xmlns:a16="http://schemas.microsoft.com/office/drawing/2014/main" id="{C5224C84-04C8-1C2B-02B5-31E1DA424107}"/>
              </a:ext>
            </a:extLst>
          </p:cNvPr>
          <p:cNvSpPr/>
          <p:nvPr/>
        </p:nvSpPr>
        <p:spPr>
          <a:xfrm>
            <a:off x="6151970" y="3031984"/>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3" name="TextBox 162">
            <a:extLst>
              <a:ext uri="{FF2B5EF4-FFF2-40B4-BE49-F238E27FC236}">
                <a16:creationId xmlns:a16="http://schemas.microsoft.com/office/drawing/2014/main" id="{CDC35536-4632-3A16-6AAD-1321A4D58107}"/>
              </a:ext>
            </a:extLst>
          </p:cNvPr>
          <p:cNvSpPr txBox="1"/>
          <p:nvPr/>
        </p:nvSpPr>
        <p:spPr>
          <a:xfrm>
            <a:off x="2418952" y="3098490"/>
            <a:ext cx="3076622"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PEOPLE</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Roles, target skills &amp; gaps, org sizing, talent journey, training, team incentives</a:t>
            </a:r>
          </a:p>
        </p:txBody>
      </p:sp>
      <p:sp>
        <p:nvSpPr>
          <p:cNvPr id="166" name="TextBox 165">
            <a:extLst>
              <a:ext uri="{FF2B5EF4-FFF2-40B4-BE49-F238E27FC236}">
                <a16:creationId xmlns:a16="http://schemas.microsoft.com/office/drawing/2014/main" id="{0ED94337-D9EF-B968-0944-7B0492BE49FB}"/>
              </a:ext>
            </a:extLst>
          </p:cNvPr>
          <p:cNvSpPr txBox="1"/>
          <p:nvPr/>
        </p:nvSpPr>
        <p:spPr>
          <a:xfrm>
            <a:off x="6293260" y="3098490"/>
            <a:ext cx="2548336"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PROCESS</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Org. design, cross-functional teams, product way-of-working</a:t>
            </a:r>
          </a:p>
        </p:txBody>
      </p:sp>
      <p:sp>
        <p:nvSpPr>
          <p:cNvPr id="140" name="Rectangle 139">
            <a:extLst>
              <a:ext uri="{FF2B5EF4-FFF2-40B4-BE49-F238E27FC236}">
                <a16:creationId xmlns:a16="http://schemas.microsoft.com/office/drawing/2014/main" id="{6EEE62E6-5E4B-C96C-9F89-375F08FD4DF3}"/>
              </a:ext>
            </a:extLst>
          </p:cNvPr>
          <p:cNvSpPr/>
          <p:nvPr/>
        </p:nvSpPr>
        <p:spPr>
          <a:xfrm>
            <a:off x="2271958" y="1981106"/>
            <a:ext cx="7651834"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41" name="TextBox 140">
            <a:extLst>
              <a:ext uri="{FF2B5EF4-FFF2-40B4-BE49-F238E27FC236}">
                <a16:creationId xmlns:a16="http://schemas.microsoft.com/office/drawing/2014/main" id="{133142FD-381A-0343-6F80-7C3DD96E3AE4}"/>
              </a:ext>
            </a:extLst>
          </p:cNvPr>
          <p:cNvSpPr txBox="1"/>
          <p:nvPr/>
        </p:nvSpPr>
        <p:spPr>
          <a:xfrm>
            <a:off x="2418950" y="2047612"/>
            <a:ext cx="38743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PRODUCTS</a:t>
            </a:r>
            <a:r>
              <a:rPr lang="en-GB" sz="1400" noProof="0" dirty="0">
                <a:solidFill>
                  <a:schemeClr val="tx1">
                    <a:lumMod val="85000"/>
                    <a:lumOff val="15000"/>
                  </a:schemeClr>
                </a:solidFill>
                <a:latin typeface="DM Sans" pitchFamily="2" charset="0"/>
              </a:rPr>
              <a:t> -  by platform or business unit</a:t>
            </a:r>
          </a:p>
          <a:p>
            <a:pPr>
              <a:lnSpc>
                <a:spcPts val="1300"/>
              </a:lnSpc>
              <a:buSzPct val="100000"/>
            </a:pPr>
            <a:r>
              <a:rPr lang="en-GB" sz="1200" noProof="0" dirty="0">
                <a:solidFill>
                  <a:schemeClr val="tx1">
                    <a:lumMod val="85000"/>
                    <a:lumOff val="15000"/>
                  </a:schemeClr>
                </a:solidFill>
                <a:latin typeface="+mj-lt"/>
              </a:rPr>
              <a:t>Product vision &amp; objectives, products, persona’s, customer journeys, frictions</a:t>
            </a:r>
          </a:p>
        </p:txBody>
      </p:sp>
      <p:sp>
        <p:nvSpPr>
          <p:cNvPr id="43" name="Rectangle 42">
            <a:extLst>
              <a:ext uri="{FF2B5EF4-FFF2-40B4-BE49-F238E27FC236}">
                <a16:creationId xmlns:a16="http://schemas.microsoft.com/office/drawing/2014/main" id="{8166F8A8-1F04-36DE-08FC-83823D231C25}"/>
              </a:ext>
            </a:extLst>
          </p:cNvPr>
          <p:cNvSpPr/>
          <p:nvPr/>
        </p:nvSpPr>
        <p:spPr>
          <a:xfrm>
            <a:off x="6857075"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1</a:t>
            </a:r>
          </a:p>
        </p:txBody>
      </p:sp>
      <p:sp>
        <p:nvSpPr>
          <p:cNvPr id="44" name="Rectangle 43">
            <a:extLst>
              <a:ext uri="{FF2B5EF4-FFF2-40B4-BE49-F238E27FC236}">
                <a16:creationId xmlns:a16="http://schemas.microsoft.com/office/drawing/2014/main" id="{90014271-BB22-F835-FD78-811BE8003051}"/>
              </a:ext>
            </a:extLst>
          </p:cNvPr>
          <p:cNvSpPr/>
          <p:nvPr/>
        </p:nvSpPr>
        <p:spPr>
          <a:xfrm>
            <a:off x="7543657"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2</a:t>
            </a:r>
          </a:p>
        </p:txBody>
      </p:sp>
      <p:sp>
        <p:nvSpPr>
          <p:cNvPr id="30" name="Rectangle 42">
            <a:extLst>
              <a:ext uri="{FF2B5EF4-FFF2-40B4-BE49-F238E27FC236}">
                <a16:creationId xmlns:a16="http://schemas.microsoft.com/office/drawing/2014/main" id="{80F60780-247F-1D15-AA6B-E31A2199640B}"/>
              </a:ext>
            </a:extLst>
          </p:cNvPr>
          <p:cNvSpPr/>
          <p:nvPr/>
        </p:nvSpPr>
        <p:spPr>
          <a:xfrm>
            <a:off x="8230239"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3</a:t>
            </a:r>
          </a:p>
        </p:txBody>
      </p:sp>
      <p:sp>
        <p:nvSpPr>
          <p:cNvPr id="32" name="Rectangle 43">
            <a:extLst>
              <a:ext uri="{FF2B5EF4-FFF2-40B4-BE49-F238E27FC236}">
                <a16:creationId xmlns:a16="http://schemas.microsoft.com/office/drawing/2014/main" id="{934CC753-7B29-0A5D-26FD-6CA4D03F2EB2}"/>
              </a:ext>
            </a:extLst>
          </p:cNvPr>
          <p:cNvSpPr/>
          <p:nvPr/>
        </p:nvSpPr>
        <p:spPr>
          <a:xfrm>
            <a:off x="8916822"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4</a:t>
            </a:r>
          </a:p>
        </p:txBody>
      </p:sp>
      <p:pic>
        <p:nvPicPr>
          <p:cNvPr id="33" name="Afbeelding 32" descr="Afbeelding met tekst, schermopname, Lettertype, lijn&#10;&#10;Door AI gegenereerde inhoud is mogelijk onjuist.">
            <a:extLst>
              <a:ext uri="{FF2B5EF4-FFF2-40B4-BE49-F238E27FC236}">
                <a16:creationId xmlns:a16="http://schemas.microsoft.com/office/drawing/2014/main" id="{2E0CCC23-13A3-B128-CB32-4D128C47FCDC}"/>
              </a:ext>
            </a:extLst>
          </p:cNvPr>
          <p:cNvPicPr>
            <a:picLocks noChangeAspect="1"/>
          </p:cNvPicPr>
          <p:nvPr/>
        </p:nvPicPr>
        <p:blipFill>
          <a:blip r:embed="rId3"/>
          <a:stretch>
            <a:fillRect/>
          </a:stretch>
        </p:blipFill>
        <p:spPr>
          <a:xfrm>
            <a:off x="12192000" y="551145"/>
            <a:ext cx="8051107" cy="4602677"/>
          </a:xfrm>
          <a:prstGeom prst="rect">
            <a:avLst/>
          </a:prstGeom>
        </p:spPr>
      </p:pic>
    </p:spTree>
    <p:extLst>
      <p:ext uri="{BB962C8B-B14F-4D97-AF65-F5344CB8AC3E}">
        <p14:creationId xmlns:p14="http://schemas.microsoft.com/office/powerpoint/2010/main" val="29136440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BA248-EF49-F51A-CBDA-CDB536E050A4}"/>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6CED7A95-861C-C15B-BDC7-8EFDB6F02F4F}"/>
              </a:ext>
            </a:extLst>
          </p:cNvPr>
          <p:cNvSpPr/>
          <p:nvPr/>
        </p:nvSpPr>
        <p:spPr>
          <a:xfrm>
            <a:off x="1947041" y="40925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BF651015-06D4-F8F3-4AC0-6C159D0D7FDC}"/>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Transformation Framework</a:t>
            </a:r>
          </a:p>
        </p:txBody>
      </p:sp>
      <p:sp>
        <p:nvSpPr>
          <p:cNvPr id="17" name="Rectangle 16">
            <a:extLst>
              <a:ext uri="{FF2B5EF4-FFF2-40B4-BE49-F238E27FC236}">
                <a16:creationId xmlns:a16="http://schemas.microsoft.com/office/drawing/2014/main" id="{854FBC05-8076-835B-A51A-382B2C7273FA}"/>
              </a:ext>
            </a:extLst>
          </p:cNvPr>
          <p:cNvSpPr/>
          <p:nvPr/>
        </p:nvSpPr>
        <p:spPr>
          <a:xfrm>
            <a:off x="2265680" y="1273145"/>
            <a:ext cx="7658112" cy="569848"/>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0" name="TextBox 19">
            <a:extLst>
              <a:ext uri="{FF2B5EF4-FFF2-40B4-BE49-F238E27FC236}">
                <a16:creationId xmlns:a16="http://schemas.microsoft.com/office/drawing/2014/main" id="{79702F44-A03C-80FC-8FB0-0826BA42DE86}"/>
              </a:ext>
            </a:extLst>
          </p:cNvPr>
          <p:cNvSpPr txBox="1"/>
          <p:nvPr/>
        </p:nvSpPr>
        <p:spPr>
          <a:xfrm>
            <a:off x="2418950" y="1343051"/>
            <a:ext cx="3874310" cy="383054"/>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VISION</a:t>
            </a:r>
            <a:endParaRPr lang="en-GB" sz="1200" b="1" noProof="0" dirty="0">
              <a:solidFill>
                <a:schemeClr val="tx1">
                  <a:lumMod val="85000"/>
                  <a:lumOff val="15000"/>
                </a:schemeClr>
              </a:solidFill>
              <a:latin typeface="DM Sans" pitchFamily="2" charset="0"/>
            </a:endParaRPr>
          </a:p>
          <a:p>
            <a:pPr>
              <a:lnSpc>
                <a:spcPts val="1300"/>
              </a:lnSpc>
              <a:buSzPct val="100000"/>
            </a:pPr>
            <a:r>
              <a:rPr lang="en-GB" sz="1200" noProof="0" dirty="0">
                <a:solidFill>
                  <a:schemeClr val="tx1">
                    <a:lumMod val="85000"/>
                    <a:lumOff val="15000"/>
                  </a:schemeClr>
                </a:solidFill>
                <a:latin typeface="+mj-lt"/>
              </a:rPr>
              <a:t>Vision</a:t>
            </a:r>
            <a:r>
              <a:rPr lang="en-GB" sz="1200" b="1" noProof="0" dirty="0">
                <a:solidFill>
                  <a:schemeClr val="tx1">
                    <a:lumMod val="85000"/>
                    <a:lumOff val="15000"/>
                  </a:schemeClr>
                </a:solidFill>
                <a:latin typeface="+mj-lt"/>
              </a:rPr>
              <a:t>, </a:t>
            </a:r>
            <a:r>
              <a:rPr lang="en-GB" sz="1200" noProof="0" dirty="0">
                <a:solidFill>
                  <a:schemeClr val="tx1">
                    <a:lumMod val="85000"/>
                    <a:lumOff val="15000"/>
                  </a:schemeClr>
                </a:solidFill>
                <a:latin typeface="+mj-lt"/>
              </a:rPr>
              <a:t>strategy, values, objectives</a:t>
            </a:r>
          </a:p>
        </p:txBody>
      </p:sp>
      <p:sp>
        <p:nvSpPr>
          <p:cNvPr id="151" name="Rectangle 150">
            <a:extLst>
              <a:ext uri="{FF2B5EF4-FFF2-40B4-BE49-F238E27FC236}">
                <a16:creationId xmlns:a16="http://schemas.microsoft.com/office/drawing/2014/main" id="{41F7B64D-5435-407E-622F-30D44BB5CD32}"/>
              </a:ext>
            </a:extLst>
          </p:cNvPr>
          <p:cNvSpPr/>
          <p:nvPr/>
        </p:nvSpPr>
        <p:spPr>
          <a:xfrm>
            <a:off x="2271959" y="3028093"/>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4" name="Rectangle 153">
            <a:extLst>
              <a:ext uri="{FF2B5EF4-FFF2-40B4-BE49-F238E27FC236}">
                <a16:creationId xmlns:a16="http://schemas.microsoft.com/office/drawing/2014/main" id="{D5BBACB4-7591-438A-25EA-79E642E138D4}"/>
              </a:ext>
            </a:extLst>
          </p:cNvPr>
          <p:cNvSpPr/>
          <p:nvPr/>
        </p:nvSpPr>
        <p:spPr>
          <a:xfrm>
            <a:off x="4858848" y="3028093"/>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6" name="Rectangle 155">
            <a:extLst>
              <a:ext uri="{FF2B5EF4-FFF2-40B4-BE49-F238E27FC236}">
                <a16:creationId xmlns:a16="http://schemas.microsoft.com/office/drawing/2014/main" id="{41A130F9-0930-C628-981A-7758A9ACE534}"/>
              </a:ext>
            </a:extLst>
          </p:cNvPr>
          <p:cNvSpPr/>
          <p:nvPr/>
        </p:nvSpPr>
        <p:spPr>
          <a:xfrm>
            <a:off x="7445738" y="3028093"/>
            <a:ext cx="2480582"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2" name="TextBox 151">
            <a:extLst>
              <a:ext uri="{FF2B5EF4-FFF2-40B4-BE49-F238E27FC236}">
                <a16:creationId xmlns:a16="http://schemas.microsoft.com/office/drawing/2014/main" id="{61BC1662-D73D-BAB8-E82C-9675A5C2652B}"/>
              </a:ext>
            </a:extLst>
          </p:cNvPr>
          <p:cNvSpPr txBox="1"/>
          <p:nvPr/>
        </p:nvSpPr>
        <p:spPr>
          <a:xfrm>
            <a:off x="2418949" y="3094599"/>
            <a:ext cx="2306191" cy="769441"/>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PEOPLE</a:t>
            </a:r>
          </a:p>
          <a:p>
            <a:pPr>
              <a:buSzPct val="100000"/>
            </a:pPr>
            <a:r>
              <a:rPr lang="en-GB" sz="1200" noProof="0" dirty="0">
                <a:solidFill>
                  <a:schemeClr val="tx1">
                    <a:lumMod val="85000"/>
                    <a:lumOff val="15000"/>
                  </a:schemeClr>
                </a:solidFill>
                <a:latin typeface="+mj-lt"/>
              </a:rPr>
              <a:t>Roles, target skills &amp; gaps, org sizing, talent journey, training, team incentives</a:t>
            </a:r>
          </a:p>
        </p:txBody>
      </p:sp>
      <p:sp>
        <p:nvSpPr>
          <p:cNvPr id="155" name="TextBox 154">
            <a:extLst>
              <a:ext uri="{FF2B5EF4-FFF2-40B4-BE49-F238E27FC236}">
                <a16:creationId xmlns:a16="http://schemas.microsoft.com/office/drawing/2014/main" id="{D6773BBC-2B68-F3FD-662D-3FDFA5E700A0}"/>
              </a:ext>
            </a:extLst>
          </p:cNvPr>
          <p:cNvSpPr txBox="1"/>
          <p:nvPr/>
        </p:nvSpPr>
        <p:spPr>
          <a:xfrm>
            <a:off x="5010186" y="3094599"/>
            <a:ext cx="2044410" cy="549766"/>
          </a:xfrm>
          <a:prstGeom prst="rect">
            <a:avLst/>
          </a:prstGeom>
          <a:noFill/>
        </p:spPr>
        <p:txBody>
          <a:bodyPr wrap="square" lIns="0" tIns="0" rIns="0" bIns="0" rtlCol="0">
            <a:spAutoFit/>
          </a:bodyPr>
          <a:lstStyle/>
          <a:p>
            <a:pPr>
              <a:buSzPct val="100000"/>
            </a:pPr>
            <a:r>
              <a:rPr lang="en-GB" sz="1400" b="1" dirty="0">
                <a:solidFill>
                  <a:schemeClr val="tx1">
                    <a:lumMod val="85000"/>
                    <a:lumOff val="15000"/>
                  </a:schemeClr>
                </a:solidFill>
                <a:latin typeface="DM Sans" pitchFamily="2" charset="0"/>
              </a:rPr>
              <a:t>PROCESS</a:t>
            </a:r>
          </a:p>
          <a:p>
            <a:pPr>
              <a:lnSpc>
                <a:spcPts val="1300"/>
              </a:lnSpc>
              <a:buSzPct val="100000"/>
            </a:pPr>
            <a:r>
              <a:rPr lang="en-GB" sz="1200" dirty="0">
                <a:solidFill>
                  <a:schemeClr val="tx1">
                    <a:lumMod val="85000"/>
                    <a:lumOff val="15000"/>
                  </a:schemeClr>
                </a:solidFill>
                <a:latin typeface="+mj-lt"/>
              </a:rPr>
              <a:t>Org. design, cross-functional teams, product way-of-working</a:t>
            </a:r>
          </a:p>
        </p:txBody>
      </p:sp>
      <p:sp>
        <p:nvSpPr>
          <p:cNvPr id="157" name="TextBox 156">
            <a:extLst>
              <a:ext uri="{FF2B5EF4-FFF2-40B4-BE49-F238E27FC236}">
                <a16:creationId xmlns:a16="http://schemas.microsoft.com/office/drawing/2014/main" id="{8666AC02-3F8E-E754-C3F1-B208CBEF0099}"/>
              </a:ext>
            </a:extLst>
          </p:cNvPr>
          <p:cNvSpPr txBox="1"/>
          <p:nvPr/>
        </p:nvSpPr>
        <p:spPr>
          <a:xfrm>
            <a:off x="7590340" y="3094599"/>
            <a:ext cx="2050934" cy="518988"/>
          </a:xfrm>
          <a:prstGeom prst="rect">
            <a:avLst/>
          </a:prstGeom>
          <a:noFill/>
        </p:spPr>
        <p:txBody>
          <a:bodyPr wrap="square" lIns="0" tIns="0" rIns="0" bIns="0" rtlCol="0">
            <a:spAutoFit/>
          </a:bodyPr>
          <a:lstStyle/>
          <a:p>
            <a:pPr>
              <a:buSzPct val="100000"/>
            </a:pPr>
            <a:r>
              <a:rPr lang="en-GB" sz="1200" b="1" noProof="0" dirty="0">
                <a:solidFill>
                  <a:schemeClr val="tx1">
                    <a:lumMod val="85000"/>
                    <a:lumOff val="15000"/>
                  </a:schemeClr>
                </a:solidFill>
                <a:latin typeface="DM Sans" pitchFamily="2" charset="0"/>
              </a:rPr>
              <a:t>ENABLEMENT</a:t>
            </a:r>
          </a:p>
          <a:p>
            <a:pPr>
              <a:lnSpc>
                <a:spcPts val="1300"/>
              </a:lnSpc>
              <a:buSzPct val="100000"/>
            </a:pPr>
            <a:r>
              <a:rPr lang="en-GB" sz="1200" noProof="0" dirty="0">
                <a:solidFill>
                  <a:schemeClr val="tx1">
                    <a:lumMod val="85000"/>
                    <a:lumOff val="15000"/>
                  </a:schemeClr>
                </a:solidFill>
                <a:latin typeface="+mj-lt"/>
              </a:rPr>
              <a:t>Culture, AI &amp; engineering toolbox, automation, agents, skills</a:t>
            </a:r>
          </a:p>
        </p:txBody>
      </p:sp>
      <p:sp>
        <p:nvSpPr>
          <p:cNvPr id="162" name="Rectangle 161">
            <a:extLst>
              <a:ext uri="{FF2B5EF4-FFF2-40B4-BE49-F238E27FC236}">
                <a16:creationId xmlns:a16="http://schemas.microsoft.com/office/drawing/2014/main" id="{DFE2ED97-2E3F-FA70-0C4E-672C48D375F5}"/>
              </a:ext>
            </a:extLst>
          </p:cNvPr>
          <p:cNvSpPr/>
          <p:nvPr/>
        </p:nvSpPr>
        <p:spPr>
          <a:xfrm>
            <a:off x="2271959" y="4075080"/>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5" name="Rectangle 164">
            <a:extLst>
              <a:ext uri="{FF2B5EF4-FFF2-40B4-BE49-F238E27FC236}">
                <a16:creationId xmlns:a16="http://schemas.microsoft.com/office/drawing/2014/main" id="{385E0A92-67D8-D588-5217-B92EF10469E0}"/>
              </a:ext>
            </a:extLst>
          </p:cNvPr>
          <p:cNvSpPr/>
          <p:nvPr/>
        </p:nvSpPr>
        <p:spPr>
          <a:xfrm>
            <a:off x="6151970" y="4075080"/>
            <a:ext cx="3771823"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3" name="TextBox 162">
            <a:extLst>
              <a:ext uri="{FF2B5EF4-FFF2-40B4-BE49-F238E27FC236}">
                <a16:creationId xmlns:a16="http://schemas.microsoft.com/office/drawing/2014/main" id="{80DC8BB1-3935-E17A-25BB-74A2F1D33D3A}"/>
              </a:ext>
            </a:extLst>
          </p:cNvPr>
          <p:cNvSpPr txBox="1"/>
          <p:nvPr/>
        </p:nvSpPr>
        <p:spPr>
          <a:xfrm>
            <a:off x="2418952" y="4141586"/>
            <a:ext cx="2792111" cy="556947"/>
          </a:xfrm>
          <a:prstGeom prst="rect">
            <a:avLst/>
          </a:prstGeom>
          <a:noFill/>
        </p:spPr>
        <p:txBody>
          <a:bodyPr wrap="square" lIns="0" tIns="0" rIns="0" bIns="0" rtlCol="0">
            <a:spAutoFit/>
          </a:bodyPr>
          <a:lstStyle/>
          <a:p>
            <a:pPr>
              <a:buSzPct val="100000"/>
            </a:pPr>
            <a:r>
              <a:rPr lang="en-GB" sz="1400" b="1" dirty="0">
                <a:solidFill>
                  <a:schemeClr val="tx1">
                    <a:lumMod val="85000"/>
                    <a:lumOff val="15000"/>
                  </a:schemeClr>
                </a:solidFill>
                <a:latin typeface="DM Sans" pitchFamily="2" charset="0"/>
              </a:rPr>
              <a:t>DATA</a:t>
            </a:r>
          </a:p>
          <a:p>
            <a:pPr>
              <a:lnSpc>
                <a:spcPts val="1300"/>
              </a:lnSpc>
              <a:buSzPct val="100000"/>
            </a:pPr>
            <a:r>
              <a:rPr lang="en-GB" sz="1200" dirty="0">
                <a:solidFill>
                  <a:schemeClr val="tx1">
                    <a:lumMod val="85000"/>
                    <a:lumOff val="15000"/>
                  </a:schemeClr>
                </a:solidFill>
                <a:latin typeface="+mj-lt"/>
              </a:rPr>
              <a:t>Reusable data products, analytics, architecture, monetization</a:t>
            </a:r>
          </a:p>
        </p:txBody>
      </p:sp>
      <p:sp>
        <p:nvSpPr>
          <p:cNvPr id="166" name="TextBox 165">
            <a:extLst>
              <a:ext uri="{FF2B5EF4-FFF2-40B4-BE49-F238E27FC236}">
                <a16:creationId xmlns:a16="http://schemas.microsoft.com/office/drawing/2014/main" id="{10166978-2E96-E3A3-95B8-30EF5CAF9525}"/>
              </a:ext>
            </a:extLst>
          </p:cNvPr>
          <p:cNvSpPr txBox="1"/>
          <p:nvPr/>
        </p:nvSpPr>
        <p:spPr>
          <a:xfrm>
            <a:off x="6293260" y="4141586"/>
            <a:ext cx="2548336" cy="556947"/>
          </a:xfrm>
          <a:prstGeom prst="rect">
            <a:avLst/>
          </a:prstGeom>
          <a:noFill/>
        </p:spPr>
        <p:txBody>
          <a:bodyPr wrap="square" lIns="0" tIns="0" rIns="0" bIns="0" rtlCol="0">
            <a:spAutoFit/>
          </a:bodyPr>
          <a:lstStyle/>
          <a:p>
            <a:pPr>
              <a:buSzPct val="100000"/>
            </a:pPr>
            <a:r>
              <a:rPr lang="en-GB" sz="1400" b="1" dirty="0">
                <a:solidFill>
                  <a:schemeClr val="tx1">
                    <a:lumMod val="85000"/>
                    <a:lumOff val="15000"/>
                  </a:schemeClr>
                </a:solidFill>
                <a:latin typeface="DM Sans" pitchFamily="2" charset="0"/>
              </a:rPr>
              <a:t>TECHNOLOGY</a:t>
            </a:r>
          </a:p>
          <a:p>
            <a:pPr>
              <a:lnSpc>
                <a:spcPts val="1300"/>
              </a:lnSpc>
              <a:buSzPct val="100000"/>
            </a:pPr>
            <a:r>
              <a:rPr lang="en-GB" sz="1200" dirty="0">
                <a:solidFill>
                  <a:schemeClr val="tx1">
                    <a:lumMod val="85000"/>
                    <a:lumOff val="15000"/>
                  </a:schemeClr>
                </a:solidFill>
                <a:latin typeface="+mj-lt"/>
              </a:rPr>
              <a:t>Target architecture, platforms &amp; solutions, integration </a:t>
            </a:r>
          </a:p>
        </p:txBody>
      </p:sp>
      <p:sp>
        <p:nvSpPr>
          <p:cNvPr id="140" name="Rectangle 139">
            <a:extLst>
              <a:ext uri="{FF2B5EF4-FFF2-40B4-BE49-F238E27FC236}">
                <a16:creationId xmlns:a16="http://schemas.microsoft.com/office/drawing/2014/main" id="{408780A7-24D1-5FA9-1D03-00F17CEDD27F}"/>
              </a:ext>
            </a:extLst>
          </p:cNvPr>
          <p:cNvSpPr/>
          <p:nvPr/>
        </p:nvSpPr>
        <p:spPr>
          <a:xfrm>
            <a:off x="2271958" y="1981106"/>
            <a:ext cx="7651834" cy="908874"/>
          </a:xfrm>
          <a:prstGeom prst="roundRect">
            <a:avLst/>
          </a:prstGeom>
          <a:no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41" name="TextBox 140">
            <a:extLst>
              <a:ext uri="{FF2B5EF4-FFF2-40B4-BE49-F238E27FC236}">
                <a16:creationId xmlns:a16="http://schemas.microsoft.com/office/drawing/2014/main" id="{0F7C620F-BBEE-7637-3EFD-6F8FCA9B7A17}"/>
              </a:ext>
            </a:extLst>
          </p:cNvPr>
          <p:cNvSpPr txBox="1"/>
          <p:nvPr/>
        </p:nvSpPr>
        <p:spPr>
          <a:xfrm>
            <a:off x="2418950" y="2047612"/>
            <a:ext cx="3874310" cy="549766"/>
          </a:xfrm>
          <a:prstGeom prst="rect">
            <a:avLst/>
          </a:prstGeom>
          <a:noFill/>
        </p:spPr>
        <p:txBody>
          <a:bodyPr wrap="square" lIns="0" tIns="0" rIns="0" bIns="0" rtlCol="0">
            <a:spAutoFit/>
          </a:bodyPr>
          <a:lstStyle/>
          <a:p>
            <a:pPr>
              <a:buSzPct val="100000"/>
            </a:pPr>
            <a:r>
              <a:rPr lang="en-GB" sz="1400" b="1" noProof="0" dirty="0">
                <a:solidFill>
                  <a:schemeClr val="tx1">
                    <a:lumMod val="85000"/>
                    <a:lumOff val="15000"/>
                  </a:schemeClr>
                </a:solidFill>
                <a:latin typeface="DM Sans" pitchFamily="2" charset="0"/>
              </a:rPr>
              <a:t>PRODUCTS</a:t>
            </a:r>
            <a:r>
              <a:rPr lang="en-GB" sz="1400" noProof="0" dirty="0">
                <a:solidFill>
                  <a:schemeClr val="tx1">
                    <a:lumMod val="85000"/>
                    <a:lumOff val="15000"/>
                  </a:schemeClr>
                </a:solidFill>
                <a:latin typeface="DM Sans" pitchFamily="2" charset="0"/>
              </a:rPr>
              <a:t> -  by business unit</a:t>
            </a:r>
          </a:p>
          <a:p>
            <a:pPr>
              <a:lnSpc>
                <a:spcPts val="1300"/>
              </a:lnSpc>
              <a:buSzPct val="100000"/>
            </a:pPr>
            <a:r>
              <a:rPr lang="en-GB" sz="1200" noProof="0" dirty="0">
                <a:solidFill>
                  <a:schemeClr val="tx1">
                    <a:lumMod val="85000"/>
                    <a:lumOff val="15000"/>
                  </a:schemeClr>
                </a:solidFill>
                <a:latin typeface="+mj-lt"/>
              </a:rPr>
              <a:t>Product vision &amp; objectives, products, persona’s, customer journeys, frictions</a:t>
            </a:r>
          </a:p>
        </p:txBody>
      </p:sp>
      <p:sp>
        <p:nvSpPr>
          <p:cNvPr id="43" name="Rectangle 42">
            <a:extLst>
              <a:ext uri="{FF2B5EF4-FFF2-40B4-BE49-F238E27FC236}">
                <a16:creationId xmlns:a16="http://schemas.microsoft.com/office/drawing/2014/main" id="{E0F4E9CB-0A0E-4690-0FA6-9ED54FEC3B60}"/>
              </a:ext>
            </a:extLst>
          </p:cNvPr>
          <p:cNvSpPr/>
          <p:nvPr/>
        </p:nvSpPr>
        <p:spPr>
          <a:xfrm>
            <a:off x="6857075"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1</a:t>
            </a:r>
          </a:p>
        </p:txBody>
      </p:sp>
      <p:sp>
        <p:nvSpPr>
          <p:cNvPr id="44" name="Rectangle 43">
            <a:extLst>
              <a:ext uri="{FF2B5EF4-FFF2-40B4-BE49-F238E27FC236}">
                <a16:creationId xmlns:a16="http://schemas.microsoft.com/office/drawing/2014/main" id="{BF71C01D-C3EC-7385-38F5-111CD7EAAE7D}"/>
              </a:ext>
            </a:extLst>
          </p:cNvPr>
          <p:cNvSpPr/>
          <p:nvPr/>
        </p:nvSpPr>
        <p:spPr>
          <a:xfrm>
            <a:off x="7543657"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2</a:t>
            </a:r>
          </a:p>
        </p:txBody>
      </p:sp>
      <p:sp>
        <p:nvSpPr>
          <p:cNvPr id="30" name="Rectangle 42">
            <a:extLst>
              <a:ext uri="{FF2B5EF4-FFF2-40B4-BE49-F238E27FC236}">
                <a16:creationId xmlns:a16="http://schemas.microsoft.com/office/drawing/2014/main" id="{7505B10F-04F0-C6AA-EB31-F410AA01EEBA}"/>
              </a:ext>
            </a:extLst>
          </p:cNvPr>
          <p:cNvSpPr/>
          <p:nvPr/>
        </p:nvSpPr>
        <p:spPr>
          <a:xfrm>
            <a:off x="8230239"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3</a:t>
            </a:r>
          </a:p>
        </p:txBody>
      </p:sp>
      <p:sp>
        <p:nvSpPr>
          <p:cNvPr id="32" name="Rectangle 43">
            <a:extLst>
              <a:ext uri="{FF2B5EF4-FFF2-40B4-BE49-F238E27FC236}">
                <a16:creationId xmlns:a16="http://schemas.microsoft.com/office/drawing/2014/main" id="{4109848C-6F06-818E-FE0D-EF820C4C18F5}"/>
              </a:ext>
            </a:extLst>
          </p:cNvPr>
          <p:cNvSpPr/>
          <p:nvPr/>
        </p:nvSpPr>
        <p:spPr>
          <a:xfrm>
            <a:off x="8916822" y="2084448"/>
            <a:ext cx="606304" cy="697758"/>
          </a:xfrm>
          <a:prstGeom prst="rect">
            <a:avLst/>
          </a:prstGeom>
          <a:solidFill>
            <a:schemeClr val="tx1">
              <a:lumMod val="65000"/>
              <a:lumOff val="35000"/>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noProof="0" dirty="0">
                <a:solidFill>
                  <a:schemeClr val="tx1">
                    <a:lumMod val="85000"/>
                    <a:lumOff val="15000"/>
                  </a:schemeClr>
                </a:solidFill>
                <a:latin typeface="DM Sans" pitchFamily="2" charset="0"/>
              </a:rPr>
              <a:t>BU 4</a:t>
            </a:r>
          </a:p>
        </p:txBody>
      </p:sp>
      <p:pic>
        <p:nvPicPr>
          <p:cNvPr id="33" name="Afbeelding 32" descr="Afbeelding met tekst, schermopname, Lettertype, lijn&#10;&#10;Door AI gegenereerde inhoud is mogelijk onjuist.">
            <a:extLst>
              <a:ext uri="{FF2B5EF4-FFF2-40B4-BE49-F238E27FC236}">
                <a16:creationId xmlns:a16="http://schemas.microsoft.com/office/drawing/2014/main" id="{14DF526F-073F-3342-E25A-644CF951ED34}"/>
              </a:ext>
            </a:extLst>
          </p:cNvPr>
          <p:cNvPicPr>
            <a:picLocks noChangeAspect="1"/>
          </p:cNvPicPr>
          <p:nvPr/>
        </p:nvPicPr>
        <p:blipFill>
          <a:blip r:embed="rId3"/>
          <a:stretch>
            <a:fillRect/>
          </a:stretch>
        </p:blipFill>
        <p:spPr>
          <a:xfrm>
            <a:off x="12333890" y="551145"/>
            <a:ext cx="8051107" cy="4602677"/>
          </a:xfrm>
          <a:prstGeom prst="rect">
            <a:avLst/>
          </a:prstGeom>
        </p:spPr>
      </p:pic>
    </p:spTree>
    <p:extLst>
      <p:ext uri="{BB962C8B-B14F-4D97-AF65-F5344CB8AC3E}">
        <p14:creationId xmlns:p14="http://schemas.microsoft.com/office/powerpoint/2010/main" val="39287628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C3AFC-45EF-AF93-6DE5-4A040E4E8024}"/>
            </a:ext>
          </a:extLst>
        </p:cNvPr>
        <p:cNvGrpSpPr/>
        <p:nvPr/>
      </p:nvGrpSpPr>
      <p:grpSpPr>
        <a:xfrm>
          <a:off x="0" y="0"/>
          <a:ext cx="0" cy="0"/>
          <a:chOff x="0" y="0"/>
          <a:chExt cx="0" cy="0"/>
        </a:xfrm>
      </p:grpSpPr>
      <p:sp>
        <p:nvSpPr>
          <p:cNvPr id="2" name="Rechthoek 1">
            <a:extLst>
              <a:ext uri="{FF2B5EF4-FFF2-40B4-BE49-F238E27FC236}">
                <a16:creationId xmlns:a16="http://schemas.microsoft.com/office/drawing/2014/main" id="{2C041F90-7266-FE29-E4F5-4CAFEC1EF67C}"/>
              </a:ext>
            </a:extLst>
          </p:cNvPr>
          <p:cNvSpPr/>
          <p:nvPr/>
        </p:nvSpPr>
        <p:spPr>
          <a:xfrm>
            <a:off x="1947041" y="409251"/>
            <a:ext cx="8442435" cy="4690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25" name="Afbeelding 24">
            <a:extLst>
              <a:ext uri="{FF2B5EF4-FFF2-40B4-BE49-F238E27FC236}">
                <a16:creationId xmlns:a16="http://schemas.microsoft.com/office/drawing/2014/main" id="{969CE313-B039-6AA9-8D92-F234DC7101E6}"/>
              </a:ext>
            </a:extLst>
          </p:cNvPr>
          <p:cNvPicPr>
            <a:picLocks noChangeAspect="1"/>
          </p:cNvPicPr>
          <p:nvPr/>
        </p:nvPicPr>
        <p:blipFill>
          <a:blip r:embed="rId3">
            <a:extLst>
              <a:ext uri="{28A0092B-C50C-407E-A947-70E740481C1C}">
                <a14:useLocalDpi xmlns:a14="http://schemas.microsoft.com/office/drawing/2010/main" val="0"/>
              </a:ext>
            </a:extLst>
          </a:blip>
          <a:srcRect l="3864" t="16890" r="3741" b="5198"/>
          <a:stretch>
            <a:fillRect/>
          </a:stretch>
        </p:blipFill>
        <p:spPr>
          <a:xfrm>
            <a:off x="2240966" y="1235528"/>
            <a:ext cx="7719128" cy="3633034"/>
          </a:xfrm>
          <a:prstGeom prst="rect">
            <a:avLst/>
          </a:prstGeom>
        </p:spPr>
      </p:pic>
      <p:pic>
        <p:nvPicPr>
          <p:cNvPr id="5" name="Afbeelding 4">
            <a:extLst>
              <a:ext uri="{FF2B5EF4-FFF2-40B4-BE49-F238E27FC236}">
                <a16:creationId xmlns:a16="http://schemas.microsoft.com/office/drawing/2014/main" id="{2909A23B-6954-0376-D46E-3DD2D31464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08029" y="0"/>
            <a:ext cx="8051107" cy="4493641"/>
          </a:xfrm>
          <a:prstGeom prst="rect">
            <a:avLst/>
          </a:prstGeom>
        </p:spPr>
      </p:pic>
      <p:sp>
        <p:nvSpPr>
          <p:cNvPr id="3" name="Title 2">
            <a:extLst>
              <a:ext uri="{FF2B5EF4-FFF2-40B4-BE49-F238E27FC236}">
                <a16:creationId xmlns:a16="http://schemas.microsoft.com/office/drawing/2014/main" id="{3946A784-2DA4-4C3F-32DA-E6744BE96D35}"/>
              </a:ext>
            </a:extLst>
          </p:cNvPr>
          <p:cNvSpPr>
            <a:spLocks noGrp="1"/>
          </p:cNvSpPr>
          <p:nvPr>
            <p:ph type="title"/>
          </p:nvPr>
        </p:nvSpPr>
        <p:spPr>
          <a:xfrm>
            <a:off x="3652782" y="629113"/>
            <a:ext cx="4886436" cy="360099"/>
          </a:xfrm>
        </p:spPr>
        <p:txBody>
          <a:bodyPr>
            <a:normAutofit/>
          </a:bodyPr>
          <a:lstStyle/>
          <a:p>
            <a:pPr algn="ctr"/>
            <a:r>
              <a:rPr lang="en-GB" noProof="0" dirty="0">
                <a:solidFill>
                  <a:schemeClr val="tx1">
                    <a:lumMod val="85000"/>
                    <a:lumOff val="15000"/>
                  </a:schemeClr>
                </a:solidFill>
              </a:rPr>
              <a:t>AI Product Canvas</a:t>
            </a:r>
          </a:p>
        </p:txBody>
      </p:sp>
    </p:spTree>
    <p:extLst>
      <p:ext uri="{BB962C8B-B14F-4D97-AF65-F5344CB8AC3E}">
        <p14:creationId xmlns:p14="http://schemas.microsoft.com/office/powerpoint/2010/main" val="313527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594DE-F555-AE44-E672-38D3D916365B}"/>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23AC4A82-0A20-9F5E-64D7-347D2ECEB82B}"/>
              </a:ext>
            </a:extLst>
          </p:cNvPr>
          <p:cNvSpPr/>
          <p:nvPr/>
        </p:nvSpPr>
        <p:spPr>
          <a:xfrm>
            <a:off x="1874783" y="409251"/>
            <a:ext cx="8442435" cy="31695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44DCB25C-7592-7FA6-48D0-49592EE1954D}"/>
              </a:ext>
            </a:extLst>
          </p:cNvPr>
          <p:cNvSpPr>
            <a:spLocks noGrp="1"/>
          </p:cNvSpPr>
          <p:nvPr>
            <p:ph type="title"/>
          </p:nvPr>
        </p:nvSpPr>
        <p:spPr>
          <a:xfrm>
            <a:off x="2709041" y="629113"/>
            <a:ext cx="6773918" cy="360100"/>
          </a:xfrm>
        </p:spPr>
        <p:txBody>
          <a:bodyPr>
            <a:normAutofit/>
          </a:bodyPr>
          <a:lstStyle/>
          <a:p>
            <a:pPr algn="ctr"/>
            <a:r>
              <a:rPr lang="en-GB" noProof="0" dirty="0">
                <a:solidFill>
                  <a:schemeClr val="tx1">
                    <a:lumMod val="85000"/>
                    <a:lumOff val="15000"/>
                  </a:schemeClr>
                </a:solidFill>
              </a:rPr>
              <a:t>Decision lens for AI investments</a:t>
            </a:r>
          </a:p>
        </p:txBody>
      </p:sp>
      <p:sp>
        <p:nvSpPr>
          <p:cNvPr id="9" name="Rechthoek: afgeronde hoeken 8">
            <a:extLst>
              <a:ext uri="{FF2B5EF4-FFF2-40B4-BE49-F238E27FC236}">
                <a16:creationId xmlns:a16="http://schemas.microsoft.com/office/drawing/2014/main" id="{B4DE75BE-CD72-7D3D-1ADD-83A938D0CF06}"/>
              </a:ext>
            </a:extLst>
          </p:cNvPr>
          <p:cNvSpPr/>
          <p:nvPr/>
        </p:nvSpPr>
        <p:spPr>
          <a:xfrm>
            <a:off x="211574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Where does this initiative create measurable business value? </a:t>
            </a:r>
            <a:r>
              <a:rPr lang="en-GB" sz="1200" i="1" noProof="0" dirty="0">
                <a:solidFill>
                  <a:schemeClr val="tx1">
                    <a:lumMod val="85000"/>
                    <a:lumOff val="15000"/>
                  </a:schemeClr>
                </a:solidFill>
                <a:latin typeface="+mj-lt"/>
              </a:rPr>
              <a:t>(Efficiency, revenue, risk reduction, strategic capability)</a:t>
            </a:r>
          </a:p>
        </p:txBody>
      </p:sp>
      <p:sp>
        <p:nvSpPr>
          <p:cNvPr id="11" name="Rechthoek: afgeronde hoeken 10">
            <a:extLst>
              <a:ext uri="{FF2B5EF4-FFF2-40B4-BE49-F238E27FC236}">
                <a16:creationId xmlns:a16="http://schemas.microsoft.com/office/drawing/2014/main" id="{4920BE2D-5A12-899D-BEE5-5785EE182E48}"/>
              </a:ext>
            </a:extLst>
          </p:cNvPr>
          <p:cNvSpPr/>
          <p:nvPr/>
        </p:nvSpPr>
        <p:spPr>
          <a:xfrm>
            <a:off x="234666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VALUE</a:t>
            </a:r>
          </a:p>
        </p:txBody>
      </p:sp>
      <p:sp>
        <p:nvSpPr>
          <p:cNvPr id="14" name="Rechthoek: afgeronde hoeken 13">
            <a:extLst>
              <a:ext uri="{FF2B5EF4-FFF2-40B4-BE49-F238E27FC236}">
                <a16:creationId xmlns:a16="http://schemas.microsoft.com/office/drawing/2014/main" id="{A1A90501-E13B-0DB0-9669-99A86F87A9DE}"/>
              </a:ext>
            </a:extLst>
          </p:cNvPr>
          <p:cNvSpPr/>
          <p:nvPr/>
        </p:nvSpPr>
        <p:spPr>
          <a:xfrm>
            <a:off x="782388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How can the organisation govern it responsibly? </a:t>
            </a:r>
            <a:r>
              <a:rPr lang="en-GB" sz="1200" i="1" noProof="0" dirty="0">
                <a:solidFill>
                  <a:schemeClr val="tx1">
                    <a:lumMod val="85000"/>
                    <a:lumOff val="15000"/>
                  </a:schemeClr>
                </a:solidFill>
                <a:latin typeface="+mj-lt"/>
              </a:rPr>
              <a:t>(Compliance, user trust, employee trust)</a:t>
            </a:r>
          </a:p>
        </p:txBody>
      </p:sp>
      <p:sp>
        <p:nvSpPr>
          <p:cNvPr id="16" name="Rechthoek: afgeronde hoeken 15">
            <a:extLst>
              <a:ext uri="{FF2B5EF4-FFF2-40B4-BE49-F238E27FC236}">
                <a16:creationId xmlns:a16="http://schemas.microsoft.com/office/drawing/2014/main" id="{91168AC0-0B49-DB65-E01C-43316040FEF1}"/>
              </a:ext>
            </a:extLst>
          </p:cNvPr>
          <p:cNvSpPr/>
          <p:nvPr/>
        </p:nvSpPr>
        <p:spPr>
          <a:xfrm>
            <a:off x="8054807"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a:t>
            </a:r>
          </a:p>
        </p:txBody>
      </p:sp>
      <p:sp>
        <p:nvSpPr>
          <p:cNvPr id="18" name="Rechthoek: afgeronde hoeken 17">
            <a:extLst>
              <a:ext uri="{FF2B5EF4-FFF2-40B4-BE49-F238E27FC236}">
                <a16:creationId xmlns:a16="http://schemas.microsoft.com/office/drawing/2014/main" id="{EB153662-B3A8-884C-9C7A-69E6E91AEA4C}"/>
              </a:ext>
            </a:extLst>
          </p:cNvPr>
          <p:cNvSpPr/>
          <p:nvPr/>
        </p:nvSpPr>
        <p:spPr>
          <a:xfrm>
            <a:off x="4969819" y="2111331"/>
            <a:ext cx="2252361" cy="1068750"/>
          </a:xfrm>
          <a:prstGeom prst="roundRect">
            <a:avLst/>
          </a:prstGeom>
          <a:solidFill>
            <a:srgbClr val="FFFFFF"/>
          </a:solidFill>
          <a:ln w="12700">
            <a:solidFill>
              <a:schemeClr val="tx1">
                <a:lumMod val="85000"/>
                <a:lumOff val="15000"/>
              </a:schemeClr>
            </a:solidFill>
          </a:ln>
        </p:spPr>
        <p:txBody>
          <a:bodyPr wrap="square" tIns="90000" anchor="ctr" anchorCtr="1">
            <a:noAutofit/>
          </a:bodyPr>
          <a:lstStyle/>
          <a:p>
            <a:pPr algn="ctr">
              <a:lnSpc>
                <a:spcPts val="1300"/>
              </a:lnSpc>
              <a:buNone/>
            </a:pPr>
            <a:r>
              <a:rPr lang="en-GB" sz="1200" noProof="0" dirty="0">
                <a:solidFill>
                  <a:schemeClr val="tx1">
                    <a:lumMod val="85000"/>
                    <a:lumOff val="15000"/>
                  </a:schemeClr>
                </a:solidFill>
                <a:latin typeface="+mj-lt"/>
              </a:rPr>
              <a:t>What is required in the organisation to deliver this? </a:t>
            </a:r>
            <a:r>
              <a:rPr lang="en-GB" sz="1200" i="1" noProof="0" dirty="0">
                <a:solidFill>
                  <a:schemeClr val="tx1">
                    <a:lumMod val="85000"/>
                    <a:lumOff val="15000"/>
                  </a:schemeClr>
                </a:solidFill>
                <a:latin typeface="+mj-lt"/>
              </a:rPr>
              <a:t>(People, process, data, enablement) </a:t>
            </a:r>
          </a:p>
        </p:txBody>
      </p:sp>
      <p:sp>
        <p:nvSpPr>
          <p:cNvPr id="20" name="Rechthoek: afgeronde hoeken 19">
            <a:extLst>
              <a:ext uri="{FF2B5EF4-FFF2-40B4-BE49-F238E27FC236}">
                <a16:creationId xmlns:a16="http://schemas.microsoft.com/office/drawing/2014/main" id="{9C8CD429-2147-65D1-3EBD-C9F632DCF267}"/>
              </a:ext>
            </a:extLst>
          </p:cNvPr>
          <p:cNvSpPr/>
          <p:nvPr/>
        </p:nvSpPr>
        <p:spPr>
          <a:xfrm>
            <a:off x="5200736" y="1596283"/>
            <a:ext cx="1790526"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CAPABILITIES</a:t>
            </a:r>
          </a:p>
        </p:txBody>
      </p:sp>
      <p:pic>
        <p:nvPicPr>
          <p:cNvPr id="35" name="Afbeelding 34" descr="Afbeelding met tekst, schermopname, Lettertype, ontwerp&#10;&#10;Door AI gegenereerde inhoud is mogelijk onjuist.">
            <a:extLst>
              <a:ext uri="{FF2B5EF4-FFF2-40B4-BE49-F238E27FC236}">
                <a16:creationId xmlns:a16="http://schemas.microsoft.com/office/drawing/2014/main" id="{E75B4FE5-6CAE-5CA2-8911-43350DF8A092}"/>
              </a:ext>
            </a:extLst>
          </p:cNvPr>
          <p:cNvPicPr>
            <a:picLocks noChangeAspect="1"/>
          </p:cNvPicPr>
          <p:nvPr/>
        </p:nvPicPr>
        <p:blipFill>
          <a:blip r:embed="rId3"/>
          <a:stretch>
            <a:fillRect/>
          </a:stretch>
        </p:blipFill>
        <p:spPr>
          <a:xfrm>
            <a:off x="12192000" y="588248"/>
            <a:ext cx="8529964" cy="2824174"/>
          </a:xfrm>
          <a:prstGeom prst="rect">
            <a:avLst/>
          </a:prstGeom>
        </p:spPr>
      </p:pic>
    </p:spTree>
    <p:extLst>
      <p:ext uri="{BB962C8B-B14F-4D97-AF65-F5344CB8AC3E}">
        <p14:creationId xmlns:p14="http://schemas.microsoft.com/office/powerpoint/2010/main" val="1673608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51A03-A6E4-2F3C-8ADF-BF915F284B32}"/>
            </a:ext>
          </a:extLst>
        </p:cNvPr>
        <p:cNvGrpSpPr/>
        <p:nvPr/>
      </p:nvGrpSpPr>
      <p:grpSpPr>
        <a:xfrm>
          <a:off x="0" y="0"/>
          <a:ext cx="0" cy="0"/>
          <a:chOff x="0" y="0"/>
          <a:chExt cx="0" cy="0"/>
        </a:xfrm>
      </p:grpSpPr>
      <p:sp>
        <p:nvSpPr>
          <p:cNvPr id="4" name="Rechthoek 3">
            <a:extLst>
              <a:ext uri="{FF2B5EF4-FFF2-40B4-BE49-F238E27FC236}">
                <a16:creationId xmlns:a16="http://schemas.microsoft.com/office/drawing/2014/main" id="{9AD835D3-F13B-6DA4-DB6D-F3E451993735}"/>
              </a:ext>
            </a:extLst>
          </p:cNvPr>
          <p:cNvSpPr/>
          <p:nvPr/>
        </p:nvSpPr>
        <p:spPr>
          <a:xfrm>
            <a:off x="1874783" y="409252"/>
            <a:ext cx="8442435" cy="45095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itle 2">
            <a:extLst>
              <a:ext uri="{FF2B5EF4-FFF2-40B4-BE49-F238E27FC236}">
                <a16:creationId xmlns:a16="http://schemas.microsoft.com/office/drawing/2014/main" id="{C8E4ABDA-07FB-BF30-1F69-98C741FD80BD}"/>
              </a:ext>
            </a:extLst>
          </p:cNvPr>
          <p:cNvSpPr>
            <a:spLocks noGrp="1"/>
          </p:cNvSpPr>
          <p:nvPr>
            <p:ph type="title"/>
          </p:nvPr>
        </p:nvSpPr>
        <p:spPr>
          <a:xfrm>
            <a:off x="3729925" y="629113"/>
            <a:ext cx="4732150" cy="348787"/>
          </a:xfrm>
        </p:spPr>
        <p:txBody>
          <a:bodyPr>
            <a:normAutofit/>
          </a:bodyPr>
          <a:lstStyle/>
          <a:p>
            <a:pPr algn="ctr"/>
            <a:r>
              <a:rPr lang="en-GB" noProof="0" dirty="0">
                <a:solidFill>
                  <a:schemeClr val="tx1">
                    <a:lumMod val="85000"/>
                    <a:lumOff val="15000"/>
                  </a:schemeClr>
                </a:solidFill>
              </a:rPr>
              <a:t>The European Advantage Triad</a:t>
            </a:r>
          </a:p>
        </p:txBody>
      </p:sp>
      <p:cxnSp>
        <p:nvCxnSpPr>
          <p:cNvPr id="41" name="Rechte verbindingslijn met pijl 40">
            <a:extLst>
              <a:ext uri="{FF2B5EF4-FFF2-40B4-BE49-F238E27FC236}">
                <a16:creationId xmlns:a16="http://schemas.microsoft.com/office/drawing/2014/main" id="{CF4C91FA-7AD8-127D-AA1D-3C5535769D1A}"/>
              </a:ext>
            </a:extLst>
          </p:cNvPr>
          <p:cNvCxnSpPr>
            <a:cxnSpLocks/>
            <a:stCxn id="64" idx="0"/>
            <a:endCxn id="44" idx="3"/>
          </p:cNvCxnSpPr>
          <p:nvPr/>
        </p:nvCxnSpPr>
        <p:spPr>
          <a:xfrm flipH="1" flipV="1">
            <a:off x="7157545" y="1678877"/>
            <a:ext cx="558660" cy="1543006"/>
          </a:xfrm>
          <a:prstGeom prst="straightConnector1">
            <a:avLst/>
          </a:prstGeom>
          <a:ln w="38100" cap="flat" cmpd="sng" algn="ctr">
            <a:solidFill>
              <a:schemeClr val="bg1">
                <a:lumMod val="65000"/>
              </a:schemeClr>
            </a:solidFill>
            <a:prstDash val="solid"/>
            <a:miter lim="800000"/>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2" name="Rechte verbindingslijn met pijl 41">
            <a:extLst>
              <a:ext uri="{FF2B5EF4-FFF2-40B4-BE49-F238E27FC236}">
                <a16:creationId xmlns:a16="http://schemas.microsoft.com/office/drawing/2014/main" id="{A02245F4-B55B-5D4E-AB49-9E1FD427B15F}"/>
              </a:ext>
            </a:extLst>
          </p:cNvPr>
          <p:cNvCxnSpPr>
            <a:cxnSpLocks/>
            <a:stCxn id="44" idx="1"/>
            <a:endCxn id="67" idx="0"/>
          </p:cNvCxnSpPr>
          <p:nvPr/>
        </p:nvCxnSpPr>
        <p:spPr>
          <a:xfrm flipH="1">
            <a:off x="4479442" y="1678877"/>
            <a:ext cx="555013" cy="1543006"/>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cxnSp>
        <p:nvCxnSpPr>
          <p:cNvPr id="43" name="Rechte verbindingslijn met pijl 42">
            <a:extLst>
              <a:ext uri="{FF2B5EF4-FFF2-40B4-BE49-F238E27FC236}">
                <a16:creationId xmlns:a16="http://schemas.microsoft.com/office/drawing/2014/main" id="{38E027BE-D0DE-264E-B502-402029368CCA}"/>
              </a:ext>
            </a:extLst>
          </p:cNvPr>
          <p:cNvCxnSpPr>
            <a:cxnSpLocks/>
            <a:stCxn id="67" idx="3"/>
            <a:endCxn id="64" idx="1"/>
          </p:cNvCxnSpPr>
          <p:nvPr/>
        </p:nvCxnSpPr>
        <p:spPr>
          <a:xfrm>
            <a:off x="5540987" y="3535091"/>
            <a:ext cx="1113673" cy="0"/>
          </a:xfrm>
          <a:prstGeom prst="straightConnector1">
            <a:avLst/>
          </a:prstGeom>
          <a:ln w="38100">
            <a:solidFill>
              <a:schemeClr val="bg1">
                <a:lumMod val="65000"/>
              </a:schemeClr>
            </a:solidFill>
            <a:headEnd w="med" len="med"/>
            <a:tailEnd type="triangle" w="lg" len="med"/>
          </a:ln>
        </p:spPr>
        <p:style>
          <a:lnRef idx="2">
            <a:schemeClr val="accent1"/>
          </a:lnRef>
          <a:fillRef idx="0">
            <a:schemeClr val="accent1"/>
          </a:fillRef>
          <a:effectRef idx="1">
            <a:schemeClr val="accent1"/>
          </a:effectRef>
          <a:fontRef idx="minor">
            <a:schemeClr val="tx1"/>
          </a:fontRef>
        </p:style>
      </p:cxnSp>
      <p:sp>
        <p:nvSpPr>
          <p:cNvPr id="45" name="Rechthoek: afgeronde hoeken 44">
            <a:extLst>
              <a:ext uri="{FF2B5EF4-FFF2-40B4-BE49-F238E27FC236}">
                <a16:creationId xmlns:a16="http://schemas.microsoft.com/office/drawing/2014/main" id="{69F1C59C-5AC6-CB44-456F-D9B7330D4A4B}"/>
              </a:ext>
            </a:extLst>
          </p:cNvPr>
          <p:cNvSpPr/>
          <p:nvPr/>
        </p:nvSpPr>
        <p:spPr>
          <a:xfrm>
            <a:off x="5124485" y="1961959"/>
            <a:ext cx="1943030"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One harmonised AI framework across 27 countries</a:t>
            </a:r>
          </a:p>
        </p:txBody>
      </p:sp>
      <p:sp>
        <p:nvSpPr>
          <p:cNvPr id="44" name="Rechthoek: afgeronde hoeken 43">
            <a:extLst>
              <a:ext uri="{FF2B5EF4-FFF2-40B4-BE49-F238E27FC236}">
                <a16:creationId xmlns:a16="http://schemas.microsoft.com/office/drawing/2014/main" id="{621DC4F8-74FA-48D8-DBF9-66F966A509D1}"/>
              </a:ext>
            </a:extLst>
          </p:cNvPr>
          <p:cNvSpPr/>
          <p:nvPr/>
        </p:nvSpPr>
        <p:spPr>
          <a:xfrm>
            <a:off x="5034455" y="1365669"/>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Single Rulebook</a:t>
            </a:r>
          </a:p>
        </p:txBody>
      </p:sp>
      <p:sp>
        <p:nvSpPr>
          <p:cNvPr id="50" name="Rechthoek: afgeronde hoeken 49">
            <a:extLst>
              <a:ext uri="{FF2B5EF4-FFF2-40B4-BE49-F238E27FC236}">
                <a16:creationId xmlns:a16="http://schemas.microsoft.com/office/drawing/2014/main" id="{1FC71C6A-87D4-7015-6CBF-06E64671763B}"/>
              </a:ext>
            </a:extLst>
          </p:cNvPr>
          <p:cNvSpPr/>
          <p:nvPr/>
        </p:nvSpPr>
        <p:spPr>
          <a:xfrm>
            <a:off x="6744690" y="3818173"/>
            <a:ext cx="1943030"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Sovereign AI talent and infrastructure investment</a:t>
            </a:r>
          </a:p>
        </p:txBody>
      </p:sp>
      <p:sp>
        <p:nvSpPr>
          <p:cNvPr id="64" name="Rechthoek: afgeronde hoeken 63">
            <a:extLst>
              <a:ext uri="{FF2B5EF4-FFF2-40B4-BE49-F238E27FC236}">
                <a16:creationId xmlns:a16="http://schemas.microsoft.com/office/drawing/2014/main" id="{F9B4409C-0E20-1533-CCB6-E0C111D87C26}"/>
              </a:ext>
            </a:extLst>
          </p:cNvPr>
          <p:cNvSpPr/>
          <p:nvPr/>
        </p:nvSpPr>
        <p:spPr>
          <a:xfrm>
            <a:off x="6654660" y="3221883"/>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Governance Dividend</a:t>
            </a:r>
          </a:p>
        </p:txBody>
      </p:sp>
      <p:sp>
        <p:nvSpPr>
          <p:cNvPr id="66" name="Rechthoek: afgeronde hoeken 65">
            <a:extLst>
              <a:ext uri="{FF2B5EF4-FFF2-40B4-BE49-F238E27FC236}">
                <a16:creationId xmlns:a16="http://schemas.microsoft.com/office/drawing/2014/main" id="{8377B188-E0FB-4C5F-7D34-952E1C242109}"/>
              </a:ext>
            </a:extLst>
          </p:cNvPr>
          <p:cNvSpPr/>
          <p:nvPr/>
        </p:nvSpPr>
        <p:spPr>
          <a:xfrm>
            <a:off x="3507927" y="3818173"/>
            <a:ext cx="1943030" cy="743156"/>
          </a:xfrm>
          <a:prstGeom prst="roundRect">
            <a:avLst/>
          </a:prstGeom>
          <a:solidFill>
            <a:srgbClr val="FFFFFF"/>
          </a:solidFill>
          <a:ln w="19050">
            <a:solidFill>
              <a:schemeClr val="tx1">
                <a:lumMod val="85000"/>
                <a:lumOff val="15000"/>
              </a:schemeClr>
            </a:solidFill>
          </a:ln>
        </p:spPr>
        <p:txBody>
          <a:bodyPr wrap="square" anchor="ctr" anchorCtr="1">
            <a:normAutofit/>
          </a:bodyPr>
          <a:lstStyle/>
          <a:p>
            <a:pPr algn="ctr">
              <a:lnSpc>
                <a:spcPts val="1300"/>
              </a:lnSpc>
              <a:buNone/>
            </a:pPr>
            <a:r>
              <a:rPr lang="en-GB" sz="1200" noProof="0" dirty="0">
                <a:solidFill>
                  <a:schemeClr val="tx1">
                    <a:lumMod val="85000"/>
                    <a:lumOff val="15000"/>
                  </a:schemeClr>
                </a:solidFill>
                <a:latin typeface="+mj-lt"/>
              </a:rPr>
              <a:t>Consumer, employee and B2B confidence premium</a:t>
            </a:r>
          </a:p>
        </p:txBody>
      </p:sp>
      <p:sp>
        <p:nvSpPr>
          <p:cNvPr id="67" name="Rechthoek: afgeronde hoeken 66">
            <a:extLst>
              <a:ext uri="{FF2B5EF4-FFF2-40B4-BE49-F238E27FC236}">
                <a16:creationId xmlns:a16="http://schemas.microsoft.com/office/drawing/2014/main" id="{4F8D23CC-3ED1-4FCD-5888-C033DF3FA6E1}"/>
              </a:ext>
            </a:extLst>
          </p:cNvPr>
          <p:cNvSpPr/>
          <p:nvPr/>
        </p:nvSpPr>
        <p:spPr>
          <a:xfrm>
            <a:off x="3417897" y="3221883"/>
            <a:ext cx="2123090" cy="626416"/>
          </a:xfrm>
          <a:prstGeom prst="roundRect">
            <a:avLst/>
          </a:prstGeom>
          <a:solidFill>
            <a:schemeClr val="tx1">
              <a:lumMod val="85000"/>
              <a:lumOff val="15000"/>
            </a:schemeClr>
          </a:solidFill>
          <a:ln>
            <a:noFill/>
          </a:ln>
        </p:spPr>
        <p:txBody>
          <a:bodyPr anchor="ctr" anchorCtr="1">
            <a:normAutofit/>
          </a:bodyPr>
          <a:lstStyle/>
          <a:p>
            <a:pPr algn="ctr">
              <a:buNone/>
            </a:pPr>
            <a:r>
              <a:rPr lang="en-GB" sz="1400" b="1" noProof="0" dirty="0">
                <a:solidFill>
                  <a:srgbClr val="FFFFFF"/>
                </a:solidFill>
                <a:latin typeface="DM Sans" pitchFamily="2" charset="0"/>
              </a:rPr>
              <a:t>Trust Premium</a:t>
            </a:r>
          </a:p>
        </p:txBody>
      </p:sp>
      <p:sp>
        <p:nvSpPr>
          <p:cNvPr id="71" name="Tekstvak 70">
            <a:extLst>
              <a:ext uri="{FF2B5EF4-FFF2-40B4-BE49-F238E27FC236}">
                <a16:creationId xmlns:a16="http://schemas.microsoft.com/office/drawing/2014/main" id="{44F0CEE2-75A9-23F6-CD28-FA93730694E5}"/>
              </a:ext>
            </a:extLst>
          </p:cNvPr>
          <p:cNvSpPr txBox="1"/>
          <p:nvPr/>
        </p:nvSpPr>
        <p:spPr>
          <a:xfrm>
            <a:off x="3161948" y="2326714"/>
            <a:ext cx="1616557" cy="259943"/>
          </a:xfrm>
          <a:prstGeom prst="rect">
            <a:avLst/>
          </a:prstGeom>
          <a:noFill/>
        </p:spPr>
        <p:txBody>
          <a:bodyPr wrap="square" rtlCol="0">
            <a:spAutoFit/>
          </a:bodyPr>
          <a:lstStyle/>
          <a:p>
            <a:pPr algn="r">
              <a:lnSpc>
                <a:spcPts val="1300"/>
              </a:lnSpc>
              <a:buNone/>
            </a:pPr>
            <a:r>
              <a:rPr lang="en-GB" sz="1200" i="1" noProof="0" dirty="0">
                <a:solidFill>
                  <a:schemeClr val="tx1">
                    <a:lumMod val="85000"/>
                    <a:lumOff val="15000"/>
                  </a:schemeClr>
                </a:solidFill>
              </a:rPr>
              <a:t>Clarity enables trust</a:t>
            </a:r>
          </a:p>
        </p:txBody>
      </p:sp>
      <p:sp>
        <p:nvSpPr>
          <p:cNvPr id="70" name="Tekstvak 69">
            <a:extLst>
              <a:ext uri="{FF2B5EF4-FFF2-40B4-BE49-F238E27FC236}">
                <a16:creationId xmlns:a16="http://schemas.microsoft.com/office/drawing/2014/main" id="{49859451-1415-D95D-EF8B-4234B39AAC77}"/>
              </a:ext>
            </a:extLst>
          </p:cNvPr>
          <p:cNvSpPr txBox="1"/>
          <p:nvPr/>
        </p:nvSpPr>
        <p:spPr>
          <a:xfrm>
            <a:off x="7476437" y="2253258"/>
            <a:ext cx="1446025" cy="426655"/>
          </a:xfrm>
          <a:prstGeom prst="rect">
            <a:avLst/>
          </a:prstGeom>
          <a:noFill/>
        </p:spPr>
        <p:txBody>
          <a:bodyPr wrap="square" rtlCol="0">
            <a:spAutoFit/>
          </a:bodyPr>
          <a:lstStyle/>
          <a:p>
            <a:pPr>
              <a:lnSpc>
                <a:spcPts val="1300"/>
              </a:lnSpc>
              <a:buNone/>
            </a:pPr>
            <a:r>
              <a:rPr lang="en-GB" sz="1200" i="1" noProof="0" dirty="0">
                <a:solidFill>
                  <a:schemeClr val="tx1">
                    <a:lumMod val="85000"/>
                    <a:lumOff val="15000"/>
                  </a:schemeClr>
                </a:solidFill>
              </a:rPr>
              <a:t>Capability strengthens clarity</a:t>
            </a:r>
          </a:p>
        </p:txBody>
      </p:sp>
      <p:sp>
        <p:nvSpPr>
          <p:cNvPr id="73" name="Tekstvak 72">
            <a:extLst>
              <a:ext uri="{FF2B5EF4-FFF2-40B4-BE49-F238E27FC236}">
                <a16:creationId xmlns:a16="http://schemas.microsoft.com/office/drawing/2014/main" id="{6803C6EE-D23C-C46B-608F-B26302FA2269}"/>
              </a:ext>
            </a:extLst>
          </p:cNvPr>
          <p:cNvSpPr txBox="1"/>
          <p:nvPr/>
        </p:nvSpPr>
        <p:spPr>
          <a:xfrm>
            <a:off x="5445931" y="3634534"/>
            <a:ext cx="1303785" cy="426655"/>
          </a:xfrm>
          <a:prstGeom prst="rect">
            <a:avLst/>
          </a:prstGeom>
          <a:noFill/>
        </p:spPr>
        <p:txBody>
          <a:bodyPr wrap="square" rtlCol="0">
            <a:spAutoFit/>
          </a:bodyPr>
          <a:lstStyle/>
          <a:p>
            <a:pPr algn="ctr">
              <a:lnSpc>
                <a:spcPts val="1300"/>
              </a:lnSpc>
              <a:buNone/>
            </a:pPr>
            <a:r>
              <a:rPr lang="en-GB" sz="1200" i="1" noProof="0" dirty="0">
                <a:solidFill>
                  <a:schemeClr val="tx1">
                    <a:lumMod val="85000"/>
                    <a:lumOff val="15000"/>
                  </a:schemeClr>
                </a:solidFill>
              </a:rPr>
              <a:t>Trust enables capability</a:t>
            </a:r>
          </a:p>
        </p:txBody>
      </p:sp>
      <p:pic>
        <p:nvPicPr>
          <p:cNvPr id="87" name="Afbeelding 86" descr="Afbeelding met tekst, schermopname, Lettertype, lijn&#10;&#10;Door AI gegenereerde inhoud is mogelijk onjuist.">
            <a:extLst>
              <a:ext uri="{FF2B5EF4-FFF2-40B4-BE49-F238E27FC236}">
                <a16:creationId xmlns:a16="http://schemas.microsoft.com/office/drawing/2014/main" id="{A2A4D0E7-95AC-E8C6-57A6-42E0222D9D65}"/>
              </a:ext>
            </a:extLst>
          </p:cNvPr>
          <p:cNvPicPr>
            <a:picLocks noChangeAspect="1"/>
          </p:cNvPicPr>
          <p:nvPr/>
        </p:nvPicPr>
        <p:blipFill>
          <a:blip r:embed="rId3"/>
          <a:stretch>
            <a:fillRect/>
          </a:stretch>
        </p:blipFill>
        <p:spPr>
          <a:xfrm>
            <a:off x="12192000" y="574489"/>
            <a:ext cx="5887816" cy="4144682"/>
          </a:xfrm>
          <a:prstGeom prst="rect">
            <a:avLst/>
          </a:prstGeom>
        </p:spPr>
      </p:pic>
    </p:spTree>
    <p:extLst>
      <p:ext uri="{BB962C8B-B14F-4D97-AF65-F5344CB8AC3E}">
        <p14:creationId xmlns:p14="http://schemas.microsoft.com/office/powerpoint/2010/main" val="14525481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2BF3D-FE41-717C-33E1-78FB6141019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1C8DFE4-22E2-2B56-23FE-10A83A8E3238}"/>
              </a:ext>
            </a:extLst>
          </p:cNvPr>
          <p:cNvSpPr>
            <a:spLocks noGrp="1"/>
          </p:cNvSpPr>
          <p:nvPr>
            <p:ph type="title"/>
          </p:nvPr>
        </p:nvSpPr>
        <p:spPr/>
        <p:txBody>
          <a:bodyPr>
            <a:normAutofit/>
          </a:bodyPr>
          <a:lstStyle/>
          <a:p>
            <a:r>
              <a:rPr lang="en-GB" noProof="0" dirty="0"/>
              <a:t>AI Transformation framework for European CEO’s – not used</a:t>
            </a:r>
          </a:p>
        </p:txBody>
      </p:sp>
      <p:sp>
        <p:nvSpPr>
          <p:cNvPr id="4" name="Text Placeholder 3">
            <a:extLst>
              <a:ext uri="{FF2B5EF4-FFF2-40B4-BE49-F238E27FC236}">
                <a16:creationId xmlns:a16="http://schemas.microsoft.com/office/drawing/2014/main" id="{934FD04A-9782-DFEE-47DD-6E1AAA12FCC2}"/>
              </a:ext>
            </a:extLst>
          </p:cNvPr>
          <p:cNvSpPr>
            <a:spLocks noGrp="1"/>
          </p:cNvSpPr>
          <p:nvPr>
            <p:ph type="body" sz="quarter" idx="10"/>
          </p:nvPr>
        </p:nvSpPr>
        <p:spPr/>
        <p:txBody>
          <a:bodyPr/>
          <a:lstStyle/>
          <a:p>
            <a:r>
              <a:rPr lang="en-GB" noProof="0" dirty="0"/>
              <a:t>The Agentic Organisation</a:t>
            </a:r>
          </a:p>
        </p:txBody>
      </p:sp>
      <p:grpSp>
        <p:nvGrpSpPr>
          <p:cNvPr id="8" name="Groep 7">
            <a:extLst>
              <a:ext uri="{FF2B5EF4-FFF2-40B4-BE49-F238E27FC236}">
                <a16:creationId xmlns:a16="http://schemas.microsoft.com/office/drawing/2014/main" id="{218FE31E-3067-2A09-331D-DF2B79E20CB4}"/>
              </a:ext>
            </a:extLst>
          </p:cNvPr>
          <p:cNvGrpSpPr/>
          <p:nvPr/>
        </p:nvGrpSpPr>
        <p:grpSpPr>
          <a:xfrm>
            <a:off x="1876234" y="4986628"/>
            <a:ext cx="7031181" cy="773785"/>
            <a:chOff x="1876234" y="4962564"/>
            <a:chExt cx="7031181" cy="773785"/>
          </a:xfrm>
        </p:grpSpPr>
        <p:sp>
          <p:nvSpPr>
            <p:cNvPr id="14" name="Rectangle 13">
              <a:extLst>
                <a:ext uri="{FF2B5EF4-FFF2-40B4-BE49-F238E27FC236}">
                  <a16:creationId xmlns:a16="http://schemas.microsoft.com/office/drawing/2014/main" id="{36B940B1-BB64-5315-41EF-90659B2E2413}"/>
                </a:ext>
              </a:extLst>
            </p:cNvPr>
            <p:cNvSpPr/>
            <p:nvPr/>
          </p:nvSpPr>
          <p:spPr>
            <a:xfrm>
              <a:off x="663140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tangle 12">
              <a:extLst>
                <a:ext uri="{FF2B5EF4-FFF2-40B4-BE49-F238E27FC236}">
                  <a16:creationId xmlns:a16="http://schemas.microsoft.com/office/drawing/2014/main" id="{20F41343-C46A-FBF1-1A24-4EA457D0B60F}"/>
                </a:ext>
              </a:extLst>
            </p:cNvPr>
            <p:cNvSpPr/>
            <p:nvPr/>
          </p:nvSpPr>
          <p:spPr>
            <a:xfrm>
              <a:off x="4253819"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tangle 11">
              <a:extLst>
                <a:ext uri="{FF2B5EF4-FFF2-40B4-BE49-F238E27FC236}">
                  <a16:creationId xmlns:a16="http://schemas.microsoft.com/office/drawing/2014/main" id="{450D853E-5801-BE9A-A9B3-935AF7BBEE63}"/>
                </a:ext>
              </a:extLst>
            </p:cNvPr>
            <p:cNvSpPr/>
            <p:nvPr/>
          </p:nvSpPr>
          <p:spPr>
            <a:xfrm>
              <a:off x="1876234" y="4962564"/>
              <a:ext cx="2276011" cy="77378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7" name="Groep 36">
              <a:extLst>
                <a:ext uri="{FF2B5EF4-FFF2-40B4-BE49-F238E27FC236}">
                  <a16:creationId xmlns:a16="http://schemas.microsoft.com/office/drawing/2014/main" id="{56269A69-5B02-D4EB-816D-DBD7047B2E28}"/>
                </a:ext>
              </a:extLst>
            </p:cNvPr>
            <p:cNvGrpSpPr/>
            <p:nvPr/>
          </p:nvGrpSpPr>
          <p:grpSpPr>
            <a:xfrm>
              <a:off x="2010738" y="5076990"/>
              <a:ext cx="6779081" cy="553998"/>
              <a:chOff x="2128334" y="5761585"/>
              <a:chExt cx="6779081" cy="553998"/>
            </a:xfrm>
          </p:grpSpPr>
          <p:sp>
            <p:nvSpPr>
              <p:cNvPr id="36" name="TextBox 35">
                <a:extLst>
                  <a:ext uri="{FF2B5EF4-FFF2-40B4-BE49-F238E27FC236}">
                    <a16:creationId xmlns:a16="http://schemas.microsoft.com/office/drawing/2014/main" id="{048AAE56-2291-A35C-FC29-51F1377E1343}"/>
                  </a:ext>
                </a:extLst>
              </p:cNvPr>
              <p:cNvSpPr txBox="1"/>
              <p:nvPr/>
            </p:nvSpPr>
            <p:spPr>
              <a:xfrm>
                <a:off x="6881479" y="5761585"/>
                <a:ext cx="2025936"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Implementation</a:t>
                </a:r>
              </a:p>
              <a:p>
                <a:pPr>
                  <a:buSzPct val="100000"/>
                </a:pPr>
                <a:r>
                  <a:rPr lang="en-GB" sz="1200" noProof="0" dirty="0">
                    <a:solidFill>
                      <a:schemeClr val="tx1">
                        <a:lumMod val="75000"/>
                        <a:lumOff val="25000"/>
                      </a:schemeClr>
                    </a:solidFill>
                    <a:latin typeface="+mj-lt"/>
                  </a:rPr>
                  <a:t>Roadmap, big decisions, change management</a:t>
                </a:r>
              </a:p>
            </p:txBody>
          </p:sp>
          <p:sp>
            <p:nvSpPr>
              <p:cNvPr id="25" name="TextBox 24">
                <a:extLst>
                  <a:ext uri="{FF2B5EF4-FFF2-40B4-BE49-F238E27FC236}">
                    <a16:creationId xmlns:a16="http://schemas.microsoft.com/office/drawing/2014/main" id="{189602CF-355A-6230-5643-419DBC291A2F}"/>
                  </a:ext>
                </a:extLst>
              </p:cNvPr>
              <p:cNvSpPr txBox="1"/>
              <p:nvPr/>
            </p:nvSpPr>
            <p:spPr>
              <a:xfrm>
                <a:off x="2128334" y="5761585"/>
                <a:ext cx="1863549"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Governance &amp; Metrics</a:t>
                </a:r>
              </a:p>
              <a:p>
                <a:pPr>
                  <a:buSzPct val="100000"/>
                </a:pPr>
                <a:r>
                  <a:rPr lang="en-GB" sz="1200" noProof="0" dirty="0">
                    <a:solidFill>
                      <a:schemeClr val="tx1">
                        <a:lumMod val="75000"/>
                        <a:lumOff val="25000"/>
                      </a:schemeClr>
                    </a:solidFill>
                    <a:latin typeface="+mj-lt"/>
                  </a:rPr>
                  <a:t>Definitions, targets, monitoring, steering</a:t>
                </a:r>
              </a:p>
            </p:txBody>
          </p:sp>
          <p:sp>
            <p:nvSpPr>
              <p:cNvPr id="10" name="TextBox 9">
                <a:extLst>
                  <a:ext uri="{FF2B5EF4-FFF2-40B4-BE49-F238E27FC236}">
                    <a16:creationId xmlns:a16="http://schemas.microsoft.com/office/drawing/2014/main" id="{BFFF8B29-C140-297A-7544-B05B466AF757}"/>
                  </a:ext>
                </a:extLst>
              </p:cNvPr>
              <p:cNvSpPr txBox="1"/>
              <p:nvPr/>
            </p:nvSpPr>
            <p:spPr>
              <a:xfrm>
                <a:off x="4503748" y="5761585"/>
                <a:ext cx="2026082" cy="553998"/>
              </a:xfrm>
              <a:prstGeom prst="rect">
                <a:avLst/>
              </a:prstGeom>
              <a:noFill/>
            </p:spPr>
            <p:txBody>
              <a:bodyPr wrap="square" lIns="0" tIns="0" rIns="0" bIns="0" rtlCol="0">
                <a:spAutoFit/>
              </a:bodyPr>
              <a:lstStyle/>
              <a:p>
                <a:pPr>
                  <a:buSzPct val="100000"/>
                </a:pPr>
                <a:r>
                  <a:rPr lang="en-GB" sz="1200" b="1" noProof="0" dirty="0">
                    <a:latin typeface="DM Sans" pitchFamily="2" charset="0"/>
                  </a:rPr>
                  <a:t>Financials</a:t>
                </a:r>
              </a:p>
              <a:p>
                <a:pPr>
                  <a:buSzPct val="100000"/>
                </a:pPr>
                <a:r>
                  <a:rPr lang="en-GB" sz="1200" noProof="0" dirty="0">
                    <a:solidFill>
                      <a:schemeClr val="tx1">
                        <a:lumMod val="75000"/>
                        <a:lumOff val="25000"/>
                      </a:schemeClr>
                    </a:solidFill>
                    <a:latin typeface="+mj-lt"/>
                  </a:rPr>
                  <a:t>ROI, cost analysis &amp; optimization, tracking</a:t>
                </a:r>
              </a:p>
            </p:txBody>
          </p:sp>
        </p:grpSp>
      </p:grpSp>
      <p:grpSp>
        <p:nvGrpSpPr>
          <p:cNvPr id="57" name="Groep 56">
            <a:extLst>
              <a:ext uri="{FF2B5EF4-FFF2-40B4-BE49-F238E27FC236}">
                <a16:creationId xmlns:a16="http://schemas.microsoft.com/office/drawing/2014/main" id="{5FAC7954-8774-CB5B-EEDE-A2D719145CF2}"/>
              </a:ext>
            </a:extLst>
          </p:cNvPr>
          <p:cNvGrpSpPr/>
          <p:nvPr/>
        </p:nvGrpSpPr>
        <p:grpSpPr>
          <a:xfrm>
            <a:off x="2174050" y="5898526"/>
            <a:ext cx="6429203" cy="780429"/>
            <a:chOff x="2216586" y="1752579"/>
            <a:chExt cx="6429203" cy="780429"/>
          </a:xfrm>
        </p:grpSpPr>
        <p:grpSp>
          <p:nvGrpSpPr>
            <p:cNvPr id="56" name="Groep 55">
              <a:extLst>
                <a:ext uri="{FF2B5EF4-FFF2-40B4-BE49-F238E27FC236}">
                  <a16:creationId xmlns:a16="http://schemas.microsoft.com/office/drawing/2014/main" id="{ED93F8E9-C9CA-F9CC-517E-FEFBE262BCBC}"/>
                </a:ext>
              </a:extLst>
            </p:cNvPr>
            <p:cNvGrpSpPr/>
            <p:nvPr/>
          </p:nvGrpSpPr>
          <p:grpSpPr>
            <a:xfrm>
              <a:off x="2216586" y="1752579"/>
              <a:ext cx="1882732" cy="780429"/>
              <a:chOff x="2010738" y="1760234"/>
              <a:chExt cx="1882732" cy="780429"/>
            </a:xfrm>
          </p:grpSpPr>
          <p:sp>
            <p:nvSpPr>
              <p:cNvPr id="40" name="Ovaal 39">
                <a:extLst>
                  <a:ext uri="{FF2B5EF4-FFF2-40B4-BE49-F238E27FC236}">
                    <a16:creationId xmlns:a16="http://schemas.microsoft.com/office/drawing/2014/main" id="{0C39892D-A604-84A4-92E9-08EB71B9CC0A}"/>
                  </a:ext>
                </a:extLst>
              </p:cNvPr>
              <p:cNvSpPr/>
              <p:nvPr/>
            </p:nvSpPr>
            <p:spPr>
              <a:xfrm>
                <a:off x="2010738"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5" name="TextBox 19">
                <a:extLst>
                  <a:ext uri="{FF2B5EF4-FFF2-40B4-BE49-F238E27FC236}">
                    <a16:creationId xmlns:a16="http://schemas.microsoft.com/office/drawing/2014/main" id="{3AE75E65-59FF-CFE1-1F5C-B4AD52EEF56A}"/>
                  </a:ext>
                </a:extLst>
              </p:cNvPr>
              <p:cNvSpPr txBox="1"/>
              <p:nvPr/>
            </p:nvSpPr>
            <p:spPr>
              <a:xfrm>
                <a:off x="2629602" y="2058115"/>
                <a:ext cx="645005"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Value</a:t>
                </a:r>
                <a:endParaRPr lang="en-GB" sz="1200" noProof="0" dirty="0">
                  <a:latin typeface="DM Sans" pitchFamily="2" charset="0"/>
                </a:endParaRPr>
              </a:p>
            </p:txBody>
          </p:sp>
        </p:grpSp>
        <p:grpSp>
          <p:nvGrpSpPr>
            <p:cNvPr id="55" name="Groep 54">
              <a:extLst>
                <a:ext uri="{FF2B5EF4-FFF2-40B4-BE49-F238E27FC236}">
                  <a16:creationId xmlns:a16="http://schemas.microsoft.com/office/drawing/2014/main" id="{6CE53BE7-44F7-143C-B823-33BF0AEF725D}"/>
                </a:ext>
              </a:extLst>
            </p:cNvPr>
            <p:cNvGrpSpPr/>
            <p:nvPr/>
          </p:nvGrpSpPr>
          <p:grpSpPr>
            <a:xfrm>
              <a:off x="4489821" y="1752579"/>
              <a:ext cx="1882732" cy="780429"/>
              <a:chOff x="4152245" y="1760234"/>
              <a:chExt cx="1882732" cy="780429"/>
            </a:xfrm>
          </p:grpSpPr>
          <p:sp>
            <p:nvSpPr>
              <p:cNvPr id="46" name="Ovaal 45">
                <a:extLst>
                  <a:ext uri="{FF2B5EF4-FFF2-40B4-BE49-F238E27FC236}">
                    <a16:creationId xmlns:a16="http://schemas.microsoft.com/office/drawing/2014/main" id="{2CD23354-87F9-18DA-E35B-E7DB99920D26}"/>
                  </a:ext>
                </a:extLst>
              </p:cNvPr>
              <p:cNvSpPr/>
              <p:nvPr/>
            </p:nvSpPr>
            <p:spPr>
              <a:xfrm>
                <a:off x="4152245"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49" name="TextBox 19">
                <a:extLst>
                  <a:ext uri="{FF2B5EF4-FFF2-40B4-BE49-F238E27FC236}">
                    <a16:creationId xmlns:a16="http://schemas.microsoft.com/office/drawing/2014/main" id="{9365DEC0-B866-63BB-7E1A-4524C1DAE39E}"/>
                  </a:ext>
                </a:extLst>
              </p:cNvPr>
              <p:cNvSpPr txBox="1"/>
              <p:nvPr/>
            </p:nvSpPr>
            <p:spPr>
              <a:xfrm>
                <a:off x="4616135"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Capabilities</a:t>
                </a:r>
                <a:endParaRPr lang="en-GB" sz="1200" noProof="0" dirty="0">
                  <a:latin typeface="DM Sans" pitchFamily="2" charset="0"/>
                </a:endParaRPr>
              </a:p>
            </p:txBody>
          </p:sp>
        </p:grpSp>
        <p:grpSp>
          <p:nvGrpSpPr>
            <p:cNvPr id="54" name="Groep 53">
              <a:extLst>
                <a:ext uri="{FF2B5EF4-FFF2-40B4-BE49-F238E27FC236}">
                  <a16:creationId xmlns:a16="http://schemas.microsoft.com/office/drawing/2014/main" id="{CECA09D3-9264-62F3-BAE6-1135511429AE}"/>
                </a:ext>
              </a:extLst>
            </p:cNvPr>
            <p:cNvGrpSpPr/>
            <p:nvPr/>
          </p:nvGrpSpPr>
          <p:grpSpPr>
            <a:xfrm>
              <a:off x="6763057" y="1752579"/>
              <a:ext cx="1882732" cy="780429"/>
              <a:chOff x="6166283" y="1760234"/>
              <a:chExt cx="1882732" cy="780429"/>
            </a:xfrm>
          </p:grpSpPr>
          <p:sp>
            <p:nvSpPr>
              <p:cNvPr id="50" name="Ovaal 49">
                <a:extLst>
                  <a:ext uri="{FF2B5EF4-FFF2-40B4-BE49-F238E27FC236}">
                    <a16:creationId xmlns:a16="http://schemas.microsoft.com/office/drawing/2014/main" id="{6FB73AF7-E513-6F37-FB56-392BD4CD957A}"/>
                  </a:ext>
                </a:extLst>
              </p:cNvPr>
              <p:cNvSpPr/>
              <p:nvPr/>
            </p:nvSpPr>
            <p:spPr>
              <a:xfrm>
                <a:off x="6166283" y="1760234"/>
                <a:ext cx="1882732" cy="780429"/>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1" name="TextBox 19">
                <a:extLst>
                  <a:ext uri="{FF2B5EF4-FFF2-40B4-BE49-F238E27FC236}">
                    <a16:creationId xmlns:a16="http://schemas.microsoft.com/office/drawing/2014/main" id="{3753C1F5-D79F-FF2D-6911-798E4DEF1A18}"/>
                  </a:ext>
                </a:extLst>
              </p:cNvPr>
              <p:cNvSpPr txBox="1"/>
              <p:nvPr/>
            </p:nvSpPr>
            <p:spPr>
              <a:xfrm>
                <a:off x="6630173" y="2058115"/>
                <a:ext cx="954954" cy="184666"/>
              </a:xfrm>
              <a:prstGeom prst="rect">
                <a:avLst/>
              </a:prstGeom>
              <a:noFill/>
            </p:spPr>
            <p:txBody>
              <a:bodyPr wrap="square" lIns="0" tIns="0" rIns="0" bIns="0" rtlCol="0">
                <a:spAutoFit/>
              </a:bodyPr>
              <a:lstStyle/>
              <a:p>
                <a:pPr algn="ctr">
                  <a:buSzPct val="100000"/>
                </a:pPr>
                <a:r>
                  <a:rPr lang="en-GB" sz="1200" b="1" noProof="0" dirty="0">
                    <a:latin typeface="DM Sans" pitchFamily="2" charset="0"/>
                  </a:rPr>
                  <a:t>Trust</a:t>
                </a:r>
                <a:endParaRPr lang="en-GB" sz="1200" noProof="0" dirty="0">
                  <a:latin typeface="DM Sans" pitchFamily="2" charset="0"/>
                </a:endParaRPr>
              </a:p>
            </p:txBody>
          </p:sp>
        </p:grpSp>
      </p:grpSp>
    </p:spTree>
    <p:extLst>
      <p:ext uri="{BB962C8B-B14F-4D97-AF65-F5344CB8AC3E}">
        <p14:creationId xmlns:p14="http://schemas.microsoft.com/office/powerpoint/2010/main" val="3418198643"/>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36AF62-6CEC-4109-8F30-E79D17945B4A}">
  <we:reference id="wa200010001" version="1.0.0.0" store="en-US" storeType="OMEX"/>
  <we:alternateReferences>
    <we:reference id="WA200010001" version="1.0.0.0" store=""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514</TotalTime>
  <Words>556</Words>
  <Application>Microsoft Office PowerPoint</Application>
  <PresentationFormat>Breedbeeld</PresentationFormat>
  <Paragraphs>97</Paragraphs>
  <Slides>8</Slides>
  <Notes>8</Notes>
  <HiddenSlides>0</HiddenSlides>
  <MMClips>0</MMClips>
  <ScaleCrop>false</ScaleCrop>
  <HeadingPairs>
    <vt:vector size="6" baseType="variant">
      <vt:variant>
        <vt:lpstr>Gebruikte lettertypen</vt:lpstr>
      </vt:variant>
      <vt:variant>
        <vt:i4>8</vt:i4>
      </vt:variant>
      <vt:variant>
        <vt:lpstr>Thema</vt:lpstr>
      </vt:variant>
      <vt:variant>
        <vt:i4>1</vt:i4>
      </vt:variant>
      <vt:variant>
        <vt:lpstr>Diatitels</vt:lpstr>
      </vt:variant>
      <vt:variant>
        <vt:i4>8</vt:i4>
      </vt:variant>
    </vt:vector>
  </HeadingPairs>
  <TitlesOfParts>
    <vt:vector size="17" baseType="lpstr">
      <vt:lpstr>Aptos</vt:lpstr>
      <vt:lpstr>Aptos Display</vt:lpstr>
      <vt:lpstr>Arial</vt:lpstr>
      <vt:lpstr>DM Sans</vt:lpstr>
      <vt:lpstr>DM Sans Medium</vt:lpstr>
      <vt:lpstr>Garamond</vt:lpstr>
      <vt:lpstr>Montserrat</vt:lpstr>
      <vt:lpstr>Sans Serif Collection</vt:lpstr>
      <vt:lpstr>Kantoorthema</vt:lpstr>
      <vt:lpstr>Book cover</vt:lpstr>
      <vt:lpstr>Agentic systems scale with task complexity</vt:lpstr>
      <vt:lpstr>AI Transformation Framework</vt:lpstr>
      <vt:lpstr>AI Transformation Framework</vt:lpstr>
      <vt:lpstr>AI Product Canvas</vt:lpstr>
      <vt:lpstr>Decision lens for AI investments</vt:lpstr>
      <vt:lpstr>The European Advantage Triad</vt:lpstr>
      <vt:lpstr>AI Transformation framework for European CEO’s – not used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Stephan Hartgers</dc:creator>
  <cp:lastModifiedBy>Stephan Hartgers</cp:lastModifiedBy>
  <cp:revision>22</cp:revision>
  <dcterms:created xsi:type="dcterms:W3CDTF">2026-03-01T16:43:58Z</dcterms:created>
  <dcterms:modified xsi:type="dcterms:W3CDTF">2026-03-18T20:45:26Z</dcterms:modified>
</cp:coreProperties>
</file>