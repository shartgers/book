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147480368" r:id="rId2"/>
    <p:sldId id="2147480366" r:id="rId3"/>
    <p:sldId id="2147480381" r:id="rId4"/>
    <p:sldId id="2147480382" r:id="rId5"/>
    <p:sldId id="2147480383" r:id="rId6"/>
    <p:sldId id="2147480372" r:id="rId7"/>
    <p:sldId id="2147480380" r:id="rId8"/>
    <p:sldId id="2147480367"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3A6B"/>
    <a:srgbClr val="4B5B6B"/>
    <a:srgbClr val="627281"/>
    <a:srgbClr val="546473"/>
    <a:srgbClr val="576879"/>
    <a:srgbClr val="94A6B4"/>
    <a:srgbClr val="3F4F5E"/>
    <a:srgbClr val="1E2933"/>
    <a:srgbClr val="526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C823B6-5D4F-41CA-8B02-551D95EA8BB9}" v="1" dt="2026-03-01T16:56:22.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62" autoAdjust="0"/>
    <p:restoredTop sz="94660"/>
  </p:normalViewPr>
  <p:slideViewPr>
    <p:cSldViewPr snapToGrid="0" showGuides="1">
      <p:cViewPr varScale="1">
        <p:scale>
          <a:sx n="97" d="100"/>
          <a:sy n="97" d="100"/>
        </p:scale>
        <p:origin x="58" y="2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 Hartgers" userId="3ce558ff999c0d3f" providerId="LiveId" clId="{4B5D78F8-DE07-46C6-852D-C1A30D9204AF}"/>
    <pc:docChg chg="undo custSel modSld">
      <pc:chgData name="Stephan Hartgers" userId="3ce558ff999c0d3f" providerId="LiveId" clId="{4B5D78F8-DE07-46C6-852D-C1A30D9204AF}" dt="2026-03-01T16:56:22.740" v="2" actId="164"/>
      <pc:docMkLst>
        <pc:docMk/>
      </pc:docMkLst>
      <pc:sldChg chg="addSp modSp mod">
        <pc:chgData name="Stephan Hartgers" userId="3ce558ff999c0d3f" providerId="LiveId" clId="{4B5D78F8-DE07-46C6-852D-C1A30D9204AF}" dt="2026-03-01T16:56:22.740" v="2" actId="164"/>
        <pc:sldMkLst>
          <pc:docMk/>
          <pc:sldMk cId="3155234622" sldId="2147480366"/>
        </pc:sldMkLst>
        <pc:spChg chg="mod">
          <ac:chgData name="Stephan Hartgers" userId="3ce558ff999c0d3f" providerId="LiveId" clId="{4B5D78F8-DE07-46C6-852D-C1A30D9204AF}" dt="2026-03-01T16:56:18.575" v="1" actId="1076"/>
          <ac:spMkLst>
            <pc:docMk/>
            <pc:sldMk cId="3155234622" sldId="2147480366"/>
            <ac:spMk id="3" creationId="{B3A34B42-FB4F-0FAB-9E0C-B9D4240D7263}"/>
          </ac:spMkLst>
        </pc:spChg>
        <pc:spChg chg="mod">
          <ac:chgData name="Stephan Hartgers" userId="3ce558ff999c0d3f" providerId="LiveId" clId="{4B5D78F8-DE07-46C6-852D-C1A30D9204AF}" dt="2026-03-01T16:56:22.740" v="2" actId="164"/>
          <ac:spMkLst>
            <pc:docMk/>
            <pc:sldMk cId="3155234622" sldId="2147480366"/>
            <ac:spMk id="13" creationId="{20F41343-C46A-FBF1-1A24-4EA457D0B60F}"/>
          </ac:spMkLst>
        </pc:spChg>
        <pc:spChg chg="mod">
          <ac:chgData name="Stephan Hartgers" userId="3ce558ff999c0d3f" providerId="LiveId" clId="{4B5D78F8-DE07-46C6-852D-C1A30D9204AF}" dt="2026-03-01T16:56:22.740" v="2" actId="164"/>
          <ac:spMkLst>
            <pc:docMk/>
            <pc:sldMk cId="3155234622" sldId="2147480366"/>
            <ac:spMk id="14" creationId="{36B940B1-BB64-5315-41EF-90659B2E2413}"/>
          </ac:spMkLst>
        </pc:spChg>
        <pc:spChg chg="mod">
          <ac:chgData name="Stephan Hartgers" userId="3ce558ff999c0d3f" providerId="LiveId" clId="{4B5D78F8-DE07-46C6-852D-C1A30D9204AF}" dt="2026-03-01T16:56:22.740" v="2" actId="164"/>
          <ac:spMkLst>
            <pc:docMk/>
            <pc:sldMk cId="3155234622" sldId="2147480366"/>
            <ac:spMk id="17" creationId="{4DC9BA65-02F5-9778-D996-0E43F5050B58}"/>
          </ac:spMkLst>
        </pc:spChg>
        <pc:spChg chg="mod">
          <ac:chgData name="Stephan Hartgers" userId="3ce558ff999c0d3f" providerId="LiveId" clId="{4B5D78F8-DE07-46C6-852D-C1A30D9204AF}" dt="2026-03-01T16:56:22.740" v="2" actId="164"/>
          <ac:spMkLst>
            <pc:docMk/>
            <pc:sldMk cId="3155234622" sldId="2147480366"/>
            <ac:spMk id="20" creationId="{1C285D34-3103-3FC5-CA90-096D3DDE0E6B}"/>
          </ac:spMkLst>
        </pc:spChg>
        <pc:spChg chg="mod">
          <ac:chgData name="Stephan Hartgers" userId="3ce558ff999c0d3f" providerId="LiveId" clId="{4B5D78F8-DE07-46C6-852D-C1A30D9204AF}" dt="2026-03-01T16:56:22.740" v="2" actId="164"/>
          <ac:spMkLst>
            <pc:docMk/>
            <pc:sldMk cId="3155234622" sldId="2147480366"/>
            <ac:spMk id="43" creationId="{77F83771-69DC-DE58-F493-65CEDB545E5C}"/>
          </ac:spMkLst>
        </pc:spChg>
        <pc:spChg chg="mod">
          <ac:chgData name="Stephan Hartgers" userId="3ce558ff999c0d3f" providerId="LiveId" clId="{4B5D78F8-DE07-46C6-852D-C1A30D9204AF}" dt="2026-03-01T16:56:22.740" v="2" actId="164"/>
          <ac:spMkLst>
            <pc:docMk/>
            <pc:sldMk cId="3155234622" sldId="2147480366"/>
            <ac:spMk id="140" creationId="{803139DD-F140-2E13-C535-DBA32BD2249E}"/>
          </ac:spMkLst>
        </pc:spChg>
        <pc:spChg chg="mod">
          <ac:chgData name="Stephan Hartgers" userId="3ce558ff999c0d3f" providerId="LiveId" clId="{4B5D78F8-DE07-46C6-852D-C1A30D9204AF}" dt="2026-03-01T16:56:22.740" v="2" actId="164"/>
          <ac:spMkLst>
            <pc:docMk/>
            <pc:sldMk cId="3155234622" sldId="2147480366"/>
            <ac:spMk id="141" creationId="{AE8C815B-7E18-CE74-1D37-2454B20069A0}"/>
          </ac:spMkLst>
        </pc:spChg>
        <pc:spChg chg="mod">
          <ac:chgData name="Stephan Hartgers" userId="3ce558ff999c0d3f" providerId="LiveId" clId="{4B5D78F8-DE07-46C6-852D-C1A30D9204AF}" dt="2026-03-01T16:56:22.740" v="2" actId="164"/>
          <ac:spMkLst>
            <pc:docMk/>
            <pc:sldMk cId="3155234622" sldId="2147480366"/>
            <ac:spMk id="151" creationId="{DA84A920-84E4-D38E-DFB7-5C496D13FC0A}"/>
          </ac:spMkLst>
        </pc:spChg>
        <pc:spChg chg="mod">
          <ac:chgData name="Stephan Hartgers" userId="3ce558ff999c0d3f" providerId="LiveId" clId="{4B5D78F8-DE07-46C6-852D-C1A30D9204AF}" dt="2026-03-01T16:56:22.740" v="2" actId="164"/>
          <ac:spMkLst>
            <pc:docMk/>
            <pc:sldMk cId="3155234622" sldId="2147480366"/>
            <ac:spMk id="154" creationId="{55D2C2E2-60C1-A4D8-155A-29C4AE9102DC}"/>
          </ac:spMkLst>
        </pc:spChg>
        <pc:spChg chg="mod">
          <ac:chgData name="Stephan Hartgers" userId="3ce558ff999c0d3f" providerId="LiveId" clId="{4B5D78F8-DE07-46C6-852D-C1A30D9204AF}" dt="2026-03-01T16:56:22.740" v="2" actId="164"/>
          <ac:spMkLst>
            <pc:docMk/>
            <pc:sldMk cId="3155234622" sldId="2147480366"/>
            <ac:spMk id="165" creationId="{C8B0295D-55E0-BE71-18DC-D49D90CE70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7A3DB-122E-499C-AAFB-3D4665CBCADB}" type="datetimeFigureOut">
              <a:rPr lang="en-GB" smtClean="0"/>
              <a:t>18/03/2026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8BCE29-0DCC-4890-A91F-1AD6D7B8A69F}" type="slidenum">
              <a:rPr lang="en-GB" smtClean="0"/>
              <a:t>‹nr.›</a:t>
            </a:fld>
            <a:endParaRPr lang="en-GB"/>
          </a:p>
        </p:txBody>
      </p:sp>
    </p:spTree>
    <p:extLst>
      <p:ext uri="{BB962C8B-B14F-4D97-AF65-F5344CB8AC3E}">
        <p14:creationId xmlns:p14="http://schemas.microsoft.com/office/powerpoint/2010/main" val="429986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5450A-C4D7-1430-C644-50F3F198E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92276-1454-3270-B3A5-C743FFF3D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3543F5-304A-1D65-0A71-730E5FE7802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BBB26A6-51FB-0ED0-1F61-4CA82ADDFC51}"/>
              </a:ext>
            </a:extLst>
          </p:cNvPr>
          <p:cNvSpPr>
            <a:spLocks noGrp="1"/>
          </p:cNvSpPr>
          <p:nvPr>
            <p:ph type="sldNum" sz="quarter" idx="5"/>
          </p:nvPr>
        </p:nvSpPr>
        <p:spPr/>
        <p:txBody>
          <a:bodyPr/>
          <a:lstStyle/>
          <a:p>
            <a:fld id="{BA1AFD66-2597-4960-86E3-D00E2B43A69D}" type="slidenum">
              <a:rPr lang="en-GB" smtClean="0"/>
              <a:t>1</a:t>
            </a:fld>
            <a:endParaRPr lang="en-GB"/>
          </a:p>
        </p:txBody>
      </p:sp>
    </p:spTree>
    <p:extLst>
      <p:ext uri="{BB962C8B-B14F-4D97-AF65-F5344CB8AC3E}">
        <p14:creationId xmlns:p14="http://schemas.microsoft.com/office/powerpoint/2010/main" val="2057813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A1AFD66-2597-4960-86E3-D00E2B43A69D}" type="slidenum">
              <a:rPr lang="en-GB" smtClean="0"/>
              <a:t>2</a:t>
            </a:fld>
            <a:endParaRPr lang="en-GB"/>
          </a:p>
        </p:txBody>
      </p:sp>
    </p:spTree>
    <p:extLst>
      <p:ext uri="{BB962C8B-B14F-4D97-AF65-F5344CB8AC3E}">
        <p14:creationId xmlns:p14="http://schemas.microsoft.com/office/powerpoint/2010/main" val="9855294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AC376-0B55-5161-24EA-87A450FE77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E9BA99-8135-2F6E-375A-A84D7D90D5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267A88-4BCC-2B98-B9CC-259BB3226B8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644C475-3E9F-6FD3-3AF7-C3192FEF35AD}"/>
              </a:ext>
            </a:extLst>
          </p:cNvPr>
          <p:cNvSpPr>
            <a:spLocks noGrp="1"/>
          </p:cNvSpPr>
          <p:nvPr>
            <p:ph type="sldNum" sz="quarter" idx="5"/>
          </p:nvPr>
        </p:nvSpPr>
        <p:spPr/>
        <p:txBody>
          <a:bodyPr/>
          <a:lstStyle/>
          <a:p>
            <a:fld id="{BA1AFD66-2597-4960-86E3-D00E2B43A69D}" type="slidenum">
              <a:rPr lang="en-GB" smtClean="0"/>
              <a:t>3</a:t>
            </a:fld>
            <a:endParaRPr lang="en-GB"/>
          </a:p>
        </p:txBody>
      </p:sp>
    </p:spTree>
    <p:extLst>
      <p:ext uri="{BB962C8B-B14F-4D97-AF65-F5344CB8AC3E}">
        <p14:creationId xmlns:p14="http://schemas.microsoft.com/office/powerpoint/2010/main" val="10709620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F22E4-FA30-2B59-D474-BBAB9E256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A54A3B-3B69-3A33-FAF6-C774D37C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6AD24-7AC9-7116-B3D0-5A10C9A8AB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5E05A93-6EA3-EE2C-1B02-62CCB8FBB3A3}"/>
              </a:ext>
            </a:extLst>
          </p:cNvPr>
          <p:cNvSpPr>
            <a:spLocks noGrp="1"/>
          </p:cNvSpPr>
          <p:nvPr>
            <p:ph type="sldNum" sz="quarter" idx="5"/>
          </p:nvPr>
        </p:nvSpPr>
        <p:spPr/>
        <p:txBody>
          <a:bodyPr/>
          <a:lstStyle/>
          <a:p>
            <a:fld id="{BA1AFD66-2597-4960-86E3-D00E2B43A69D}" type="slidenum">
              <a:rPr lang="en-GB" smtClean="0"/>
              <a:t>4</a:t>
            </a:fld>
            <a:endParaRPr lang="en-GB"/>
          </a:p>
        </p:txBody>
      </p:sp>
    </p:spTree>
    <p:extLst>
      <p:ext uri="{BB962C8B-B14F-4D97-AF65-F5344CB8AC3E}">
        <p14:creationId xmlns:p14="http://schemas.microsoft.com/office/powerpoint/2010/main" val="9848590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598BA-505B-8658-A0F0-312B994AD1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98115-B372-6657-0B5B-B699AA6AE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24BD0D-162A-024C-9EA9-CD5BC1B54C9D}"/>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1B25D305-97D7-90DB-2F6A-67129919156C}"/>
              </a:ext>
            </a:extLst>
          </p:cNvPr>
          <p:cNvSpPr>
            <a:spLocks noGrp="1"/>
          </p:cNvSpPr>
          <p:nvPr>
            <p:ph type="sldNum" sz="quarter" idx="5"/>
          </p:nvPr>
        </p:nvSpPr>
        <p:spPr/>
        <p:txBody>
          <a:bodyPr/>
          <a:lstStyle/>
          <a:p>
            <a:fld id="{BA1AFD66-2597-4960-86E3-D00E2B43A69D}" type="slidenum">
              <a:rPr lang="en-GB" smtClean="0"/>
              <a:t>5</a:t>
            </a:fld>
            <a:endParaRPr lang="en-GB"/>
          </a:p>
        </p:txBody>
      </p:sp>
    </p:spTree>
    <p:extLst>
      <p:ext uri="{BB962C8B-B14F-4D97-AF65-F5344CB8AC3E}">
        <p14:creationId xmlns:p14="http://schemas.microsoft.com/office/powerpoint/2010/main" val="29041587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2BF-62B2-82DC-C376-73CE7793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3FAB7-0002-0B74-BC80-BE2ABD302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5350-E688-5761-4C18-C360C5E907EF}"/>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3885E98-BCCF-D095-084B-9A2B890105DE}"/>
              </a:ext>
            </a:extLst>
          </p:cNvPr>
          <p:cNvSpPr>
            <a:spLocks noGrp="1"/>
          </p:cNvSpPr>
          <p:nvPr>
            <p:ph type="sldNum" sz="quarter" idx="5"/>
          </p:nvPr>
        </p:nvSpPr>
        <p:spPr/>
        <p:txBody>
          <a:bodyPr/>
          <a:lstStyle/>
          <a:p>
            <a:fld id="{BA1AFD66-2597-4960-86E3-D00E2B43A69D}" type="slidenum">
              <a:rPr lang="en-GB" smtClean="0"/>
              <a:t>6</a:t>
            </a:fld>
            <a:endParaRPr lang="en-GB"/>
          </a:p>
        </p:txBody>
      </p:sp>
    </p:spTree>
    <p:extLst>
      <p:ext uri="{BB962C8B-B14F-4D97-AF65-F5344CB8AC3E}">
        <p14:creationId xmlns:p14="http://schemas.microsoft.com/office/powerpoint/2010/main" val="29610186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0502-7047-1D54-BEEE-7810E0F8A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B4AA-586D-DF9D-590A-BC966D9C65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601EE-D672-03C3-C50B-CEEAE42313E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C213F6-456D-85D1-D133-579BF8369F4E}"/>
              </a:ext>
            </a:extLst>
          </p:cNvPr>
          <p:cNvSpPr>
            <a:spLocks noGrp="1"/>
          </p:cNvSpPr>
          <p:nvPr>
            <p:ph type="sldNum" sz="quarter" idx="5"/>
          </p:nvPr>
        </p:nvSpPr>
        <p:spPr/>
        <p:txBody>
          <a:bodyPr/>
          <a:lstStyle/>
          <a:p>
            <a:fld id="{BA1AFD66-2597-4960-86E3-D00E2B43A69D}" type="slidenum">
              <a:rPr lang="en-GB" smtClean="0"/>
              <a:t>7</a:t>
            </a:fld>
            <a:endParaRPr lang="en-GB"/>
          </a:p>
        </p:txBody>
      </p:sp>
    </p:spTree>
    <p:extLst>
      <p:ext uri="{BB962C8B-B14F-4D97-AF65-F5344CB8AC3E}">
        <p14:creationId xmlns:p14="http://schemas.microsoft.com/office/powerpoint/2010/main" val="1164762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DBEA-249C-C242-148C-48F701862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2EEB-C303-C2A5-8D9D-1A69098FC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54394-2E02-F59C-3637-C4FD9029600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8D901B4-4B31-A81F-86D7-37D4F9F19EA1}"/>
              </a:ext>
            </a:extLst>
          </p:cNvPr>
          <p:cNvSpPr>
            <a:spLocks noGrp="1"/>
          </p:cNvSpPr>
          <p:nvPr>
            <p:ph type="sldNum" sz="quarter" idx="5"/>
          </p:nvPr>
        </p:nvSpPr>
        <p:spPr/>
        <p:txBody>
          <a:bodyPr/>
          <a:lstStyle/>
          <a:p>
            <a:fld id="{BA1AFD66-2597-4960-86E3-D00E2B43A69D}" type="slidenum">
              <a:rPr lang="en-GB" smtClean="0"/>
              <a:t>8</a:t>
            </a:fld>
            <a:endParaRPr lang="en-GB"/>
          </a:p>
        </p:txBody>
      </p:sp>
    </p:spTree>
    <p:extLst>
      <p:ext uri="{BB962C8B-B14F-4D97-AF65-F5344CB8AC3E}">
        <p14:creationId xmlns:p14="http://schemas.microsoft.com/office/powerpoint/2010/main" val="2171862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E781F1-1DDD-70AD-2B31-A4AC53AA0EFB}"/>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GB"/>
          </a:p>
        </p:txBody>
      </p:sp>
      <p:sp>
        <p:nvSpPr>
          <p:cNvPr id="3" name="Ondertitel 2">
            <a:extLst>
              <a:ext uri="{FF2B5EF4-FFF2-40B4-BE49-F238E27FC236}">
                <a16:creationId xmlns:a16="http://schemas.microsoft.com/office/drawing/2014/main" id="{103A3327-3598-1461-CCA0-9A6AFE661B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GB"/>
          </a:p>
        </p:txBody>
      </p:sp>
      <p:sp>
        <p:nvSpPr>
          <p:cNvPr id="4" name="Tijdelijke aanduiding voor datum 3">
            <a:extLst>
              <a:ext uri="{FF2B5EF4-FFF2-40B4-BE49-F238E27FC236}">
                <a16:creationId xmlns:a16="http://schemas.microsoft.com/office/drawing/2014/main" id="{E9E65A24-ED99-7452-1BC7-5ED0DB6C0D17}"/>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345B1F13-BCB2-5D4E-7588-56C49077CDC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D79200AD-AF2E-3A67-0026-2378AE83006B}"/>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785493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7CF8EB-816D-FDCD-F302-CED864944E31}"/>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BF55245D-87C1-0161-98CC-46D6DC0C0997}"/>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631DF2A7-EF22-A176-7903-A7448C65A76A}"/>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0915440C-9C34-49CB-D98D-D473F32CFCE9}"/>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7BFA2633-60BD-1801-CFC0-CFC2CC6823C7}"/>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542178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E05FBD-AD2E-B70D-FE51-7922896C06F2}"/>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8CCD1439-5304-A4F8-23F3-91E38D5606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9B27BB56-F787-1478-740A-7BBB062D281E}"/>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68B0C650-7547-6CDA-7895-F4F458E7425D}"/>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F359DBC1-9648-272F-CB3F-D93F9D083688}"/>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050770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C6A1A1-4D3E-87EE-7F58-EAD6B47989A6}"/>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567C087B-84C2-9ABE-E482-A8EDEF2F53B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inhoud 3">
            <a:extLst>
              <a:ext uri="{FF2B5EF4-FFF2-40B4-BE49-F238E27FC236}">
                <a16:creationId xmlns:a16="http://schemas.microsoft.com/office/drawing/2014/main" id="{361ABC8E-4A6E-C445-D2D7-3588AA598A01}"/>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datum 4">
            <a:extLst>
              <a:ext uri="{FF2B5EF4-FFF2-40B4-BE49-F238E27FC236}">
                <a16:creationId xmlns:a16="http://schemas.microsoft.com/office/drawing/2014/main" id="{1ACFD2E0-9353-50D7-ED50-E5871993B799}"/>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6" name="Tijdelijke aanduiding voor voettekst 5">
            <a:extLst>
              <a:ext uri="{FF2B5EF4-FFF2-40B4-BE49-F238E27FC236}">
                <a16:creationId xmlns:a16="http://schemas.microsoft.com/office/drawing/2014/main" id="{F7FAF7E9-FBC5-EF33-49E8-C33B237D8455}"/>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0D954A0-C003-C81D-AE37-AF022FDB7519}"/>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926034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402F75-9E20-C327-C428-FF526D60D257}"/>
              </a:ext>
            </a:extLst>
          </p:cNvPr>
          <p:cNvSpPr>
            <a:spLocks noGrp="1"/>
          </p:cNvSpPr>
          <p:nvPr>
            <p:ph type="title"/>
          </p:nvPr>
        </p:nvSpPr>
        <p:spPr>
          <a:xfrm>
            <a:off x="839788" y="365125"/>
            <a:ext cx="10515600" cy="1325563"/>
          </a:xfrm>
        </p:spPr>
        <p:txBody>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59E8F906-F175-DA30-BE26-D30FF96AC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FB89F477-E643-D4BA-902C-A6C9194AEABC}"/>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tekst 4">
            <a:extLst>
              <a:ext uri="{FF2B5EF4-FFF2-40B4-BE49-F238E27FC236}">
                <a16:creationId xmlns:a16="http://schemas.microsoft.com/office/drawing/2014/main" id="{710B4855-17DF-ECD3-B4FB-71A4560BD0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9000467E-7E56-1BF2-F008-2472F4500D1A}"/>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7" name="Tijdelijke aanduiding voor datum 6">
            <a:extLst>
              <a:ext uri="{FF2B5EF4-FFF2-40B4-BE49-F238E27FC236}">
                <a16:creationId xmlns:a16="http://schemas.microsoft.com/office/drawing/2014/main" id="{D2C2E93C-5772-5655-03E3-876C8F573BC1}"/>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8" name="Tijdelijke aanduiding voor voettekst 7">
            <a:extLst>
              <a:ext uri="{FF2B5EF4-FFF2-40B4-BE49-F238E27FC236}">
                <a16:creationId xmlns:a16="http://schemas.microsoft.com/office/drawing/2014/main" id="{B9E5B210-34E7-E1A7-BB90-61D7BD790685}"/>
              </a:ext>
            </a:extLst>
          </p:cNvPr>
          <p:cNvSpPr>
            <a:spLocks noGrp="1"/>
          </p:cNvSpPr>
          <p:nvPr>
            <p:ph type="ftr" sz="quarter" idx="11"/>
          </p:nvPr>
        </p:nvSpPr>
        <p:spPr/>
        <p:txBody>
          <a:bodyPr/>
          <a:lstStyle/>
          <a:p>
            <a:endParaRPr lang="en-GB"/>
          </a:p>
        </p:txBody>
      </p:sp>
      <p:sp>
        <p:nvSpPr>
          <p:cNvPr id="9" name="Tijdelijke aanduiding voor dianummer 8">
            <a:extLst>
              <a:ext uri="{FF2B5EF4-FFF2-40B4-BE49-F238E27FC236}">
                <a16:creationId xmlns:a16="http://schemas.microsoft.com/office/drawing/2014/main" id="{2D4F957F-D5D1-E270-1C9E-FB4A79F20213}"/>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19029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D782E3-08CA-6EFC-E6DE-1E5A7753BC33}"/>
              </a:ext>
            </a:extLst>
          </p:cNvPr>
          <p:cNvSpPr>
            <a:spLocks noGrp="1"/>
          </p:cNvSpPr>
          <p:nvPr>
            <p:ph type="title"/>
          </p:nvPr>
        </p:nvSpPr>
        <p:spPr/>
        <p:txBody>
          <a:bodyPr/>
          <a:lstStyle/>
          <a:p>
            <a:r>
              <a:rPr lang="nl-NL"/>
              <a:t>Klik om stijl te bewerken</a:t>
            </a:r>
            <a:endParaRPr lang="en-GB"/>
          </a:p>
        </p:txBody>
      </p:sp>
      <p:sp>
        <p:nvSpPr>
          <p:cNvPr id="3" name="Tijdelijke aanduiding voor datum 2">
            <a:extLst>
              <a:ext uri="{FF2B5EF4-FFF2-40B4-BE49-F238E27FC236}">
                <a16:creationId xmlns:a16="http://schemas.microsoft.com/office/drawing/2014/main" id="{B8E3B6EB-38CF-2337-5095-3A507295EB31}"/>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4" name="Tijdelijke aanduiding voor voettekst 3">
            <a:extLst>
              <a:ext uri="{FF2B5EF4-FFF2-40B4-BE49-F238E27FC236}">
                <a16:creationId xmlns:a16="http://schemas.microsoft.com/office/drawing/2014/main" id="{5CCB8DC7-ECA8-EF63-687E-3CCC3D3DBFCD}"/>
              </a:ext>
            </a:extLst>
          </p:cNvPr>
          <p:cNvSpPr>
            <a:spLocks noGrp="1"/>
          </p:cNvSpPr>
          <p:nvPr>
            <p:ph type="ftr" sz="quarter" idx="11"/>
          </p:nvPr>
        </p:nvSpPr>
        <p:spPr/>
        <p:txBody>
          <a:bodyPr/>
          <a:lstStyle/>
          <a:p>
            <a:endParaRPr lang="en-GB"/>
          </a:p>
        </p:txBody>
      </p:sp>
      <p:sp>
        <p:nvSpPr>
          <p:cNvPr id="5" name="Tijdelijke aanduiding voor dianummer 4">
            <a:extLst>
              <a:ext uri="{FF2B5EF4-FFF2-40B4-BE49-F238E27FC236}">
                <a16:creationId xmlns:a16="http://schemas.microsoft.com/office/drawing/2014/main" id="{5D391956-2C59-F5A1-9109-EC7FA86BB91F}"/>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2318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323783D8-9356-6E3D-92DC-D2DAD6D7337F}"/>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3" name="Tijdelijke aanduiding voor voettekst 2">
            <a:extLst>
              <a:ext uri="{FF2B5EF4-FFF2-40B4-BE49-F238E27FC236}">
                <a16:creationId xmlns:a16="http://schemas.microsoft.com/office/drawing/2014/main" id="{00300307-1254-85AA-E3C9-37878B8A6D9C}"/>
              </a:ext>
            </a:extLst>
          </p:cNvPr>
          <p:cNvSpPr>
            <a:spLocks noGrp="1"/>
          </p:cNvSpPr>
          <p:nvPr>
            <p:ph type="ftr" sz="quarter" idx="11"/>
          </p:nvPr>
        </p:nvSpPr>
        <p:spPr/>
        <p:txBody>
          <a:bodyPr/>
          <a:lstStyle/>
          <a:p>
            <a:endParaRPr lang="en-GB"/>
          </a:p>
        </p:txBody>
      </p:sp>
      <p:sp>
        <p:nvSpPr>
          <p:cNvPr id="4" name="Tijdelijke aanduiding voor dianummer 3">
            <a:extLst>
              <a:ext uri="{FF2B5EF4-FFF2-40B4-BE49-F238E27FC236}">
                <a16:creationId xmlns:a16="http://schemas.microsoft.com/office/drawing/2014/main" id="{AEB34F05-EFB9-0EF7-5B09-939996C54C70}"/>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2452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D2E3CE-E21E-D4AF-3B63-A81B85BB1EAF}"/>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1B5AD590-843E-B144-87D8-E9EDB651F9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tekst 3">
            <a:extLst>
              <a:ext uri="{FF2B5EF4-FFF2-40B4-BE49-F238E27FC236}">
                <a16:creationId xmlns:a16="http://schemas.microsoft.com/office/drawing/2014/main" id="{350C058B-43E3-F53B-B710-F0150D78F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2BA5311-723E-73D7-0247-8747DE5D8189}"/>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6" name="Tijdelijke aanduiding voor voettekst 5">
            <a:extLst>
              <a:ext uri="{FF2B5EF4-FFF2-40B4-BE49-F238E27FC236}">
                <a16:creationId xmlns:a16="http://schemas.microsoft.com/office/drawing/2014/main" id="{80AE9178-2EFC-D734-FEBE-9BCABFDEE600}"/>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68D84D54-C5BC-5E3C-CB4A-2E0F2BE691D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818514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E73908-81A6-22E0-F48A-21E268FE17B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afbeelding 2">
            <a:extLst>
              <a:ext uri="{FF2B5EF4-FFF2-40B4-BE49-F238E27FC236}">
                <a16:creationId xmlns:a16="http://schemas.microsoft.com/office/drawing/2014/main" id="{AE12854A-AC61-42FE-A2B5-FB7854AD7F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ijdelijke aanduiding voor tekst 3">
            <a:extLst>
              <a:ext uri="{FF2B5EF4-FFF2-40B4-BE49-F238E27FC236}">
                <a16:creationId xmlns:a16="http://schemas.microsoft.com/office/drawing/2014/main" id="{C89B8F9D-4332-3447-9191-52DA47CCF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58B9ABAF-DCE3-A37C-8284-234D6D85A641}"/>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6" name="Tijdelijke aanduiding voor voettekst 5">
            <a:extLst>
              <a:ext uri="{FF2B5EF4-FFF2-40B4-BE49-F238E27FC236}">
                <a16:creationId xmlns:a16="http://schemas.microsoft.com/office/drawing/2014/main" id="{B735020A-55A8-5AA8-5131-7DFC5798F162}"/>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40BEFC4-88F6-F504-6E7A-DA0BC689032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081745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D1785A-A1F8-6C31-D0A2-07D2D5336C0F}"/>
              </a:ext>
            </a:extLst>
          </p:cNvPr>
          <p:cNvSpPr>
            <a:spLocks noGrp="1"/>
          </p:cNvSpPr>
          <p:nvPr>
            <p:ph type="title"/>
          </p:nvPr>
        </p:nvSpPr>
        <p:spPr/>
        <p:txBody>
          <a:bodyPr/>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45F97C3D-A7D0-924B-F97B-6A78D797261E}"/>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560680C7-7A5B-E3A6-9976-3F1EA0177E2B}"/>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BFD89848-8358-4627-5842-0110917653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C0E739CA-5091-127C-903A-F98E9A82E785}"/>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705024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7D27C91D-4CA3-1BB6-E010-E508C58460DC}"/>
              </a:ext>
            </a:extLst>
          </p:cNvPr>
          <p:cNvSpPr>
            <a:spLocks noGrp="1"/>
          </p:cNvSpPr>
          <p:nvPr>
            <p:ph type="title" orient="vert"/>
          </p:nvPr>
        </p:nvSpPr>
        <p:spPr>
          <a:xfrm>
            <a:off x="8724900" y="365125"/>
            <a:ext cx="2628900" cy="5811838"/>
          </a:xfrm>
        </p:spPr>
        <p:txBody>
          <a:bodyPr vert="eaVert"/>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6299A0FB-D898-3B2E-AE2F-48116BB1A78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DB4F1A33-0324-8304-A98E-2980D38A84AD}"/>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B71CB564-1D21-9149-9229-5B79527872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8C085909-CB5B-4379-965F-CC884D7E1E56}"/>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5506428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93B77DD-25FA-4E00-A89E-457DC2A93CE4}"/>
              </a:ext>
            </a:extLst>
          </p:cNvPr>
          <p:cNvSpPr>
            <a:spLocks noGrp="1"/>
          </p:cNvSpPr>
          <p:nvPr userDrawn="1">
            <p:ph type="title"/>
          </p:nvPr>
        </p:nvSpPr>
        <p:spPr>
          <a:xfrm>
            <a:off x="490538" y="629113"/>
            <a:ext cx="10885673" cy="360099"/>
          </a:xfrm>
          <a:prstGeom prst="rect">
            <a:avLst/>
          </a:prstGeom>
        </p:spPr>
        <p:txBody>
          <a:bodyPr wrap="square" lIns="0" tIns="0" rIns="0" bIns="0" anchor="t" anchorCtr="0">
            <a:noAutofit/>
          </a:bodyPr>
          <a:lstStyle>
            <a:lvl1pPr>
              <a:spcBef>
                <a:spcPts val="900"/>
              </a:spcBef>
              <a:defRPr sz="2300" b="1">
                <a:solidFill>
                  <a:schemeClr val="tx1"/>
                </a:solidFill>
                <a:latin typeface="DM Sans Medium" pitchFamily="2" charset="0"/>
                <a:cs typeface="Arial" panose="020B0604020202020204" pitchFamily="34" charset="0"/>
              </a:defRPr>
            </a:lvl1pPr>
          </a:lstStyle>
          <a:p>
            <a:r>
              <a:rPr lang="en-US"/>
              <a:t>Click to edit Master title style</a:t>
            </a:r>
          </a:p>
        </p:txBody>
      </p:sp>
      <p:sp>
        <p:nvSpPr>
          <p:cNvPr id="5" name="Slide Number Placeholder 5">
            <a:extLst>
              <a:ext uri="{FF2B5EF4-FFF2-40B4-BE49-F238E27FC236}">
                <a16:creationId xmlns:a16="http://schemas.microsoft.com/office/drawing/2014/main" id="{E5DF3227-37E5-4EC6-921E-BA24D2499B7C}"/>
              </a:ext>
            </a:extLst>
          </p:cNvPr>
          <p:cNvSpPr txBox="1">
            <a:spLocks/>
          </p:cNvSpPr>
          <p:nvPr userDrawn="1"/>
        </p:nvSpPr>
        <p:spPr>
          <a:xfrm>
            <a:off x="11631612" y="6504793"/>
            <a:ext cx="465139" cy="153888"/>
          </a:xfrm>
          <a:prstGeom prst="rect">
            <a:avLst/>
          </a:prstGeom>
          <a:noFill/>
          <a:ln w="9525">
            <a:noFill/>
            <a:miter lim="800000"/>
            <a:headEnd/>
            <a:tailEnd/>
          </a:ln>
          <a:effectLst/>
        </p:spPr>
        <p:txBody>
          <a:bodyPr wrap="square" lIns="0" tIns="0" rIns="0" bIns="0">
            <a:spAutoFit/>
          </a:bodyPr>
          <a:lstStyle>
            <a:defPPr>
              <a:defRPr lang="en-US"/>
            </a:defPPr>
            <a:lvl1pPr marR="0" indent="0" fontAlgn="auto">
              <a:lnSpc>
                <a:spcPct val="100000"/>
              </a:lnSpc>
              <a:spcBef>
                <a:spcPts val="0"/>
              </a:spcBef>
              <a:spcAft>
                <a:spcPts val="0"/>
              </a:spcAft>
              <a:buClrTx/>
              <a:buSzTx/>
              <a:buFontTx/>
              <a:buNone/>
              <a:tabLst/>
              <a:defRPr sz="800">
                <a:solidFill>
                  <a:schemeClr val="tx1">
                    <a:lumMod val="65000"/>
                    <a:lumOff val="35000"/>
                  </a:schemeClr>
                </a:solidFill>
              </a:defRPr>
            </a:lvl1pPr>
            <a:lvl2pPr marL="342946" algn="l" defTabSz="685891" rtl="0" eaLnBrk="1" latinLnBrk="0" hangingPunct="1">
              <a:defRPr sz="1400" kern="1200">
                <a:solidFill>
                  <a:schemeClr val="tx1"/>
                </a:solidFill>
                <a:latin typeface="+mn-lt"/>
                <a:ea typeface="+mn-ea"/>
                <a:cs typeface="+mn-cs"/>
              </a:defRPr>
            </a:lvl2pPr>
            <a:lvl3pPr marL="685891" algn="l" defTabSz="685891" rtl="0" eaLnBrk="1" latinLnBrk="0" hangingPunct="1">
              <a:defRPr sz="1400" kern="1200">
                <a:solidFill>
                  <a:schemeClr val="tx1"/>
                </a:solidFill>
                <a:latin typeface="+mn-lt"/>
                <a:ea typeface="+mn-ea"/>
                <a:cs typeface="+mn-cs"/>
              </a:defRPr>
            </a:lvl3pPr>
            <a:lvl4pPr marL="1028837" algn="l" defTabSz="685891" rtl="0" eaLnBrk="1" latinLnBrk="0" hangingPunct="1">
              <a:defRPr sz="1400" kern="1200">
                <a:solidFill>
                  <a:schemeClr val="tx1"/>
                </a:solidFill>
                <a:latin typeface="+mn-lt"/>
                <a:ea typeface="+mn-ea"/>
                <a:cs typeface="+mn-cs"/>
              </a:defRPr>
            </a:lvl4pPr>
            <a:lvl5pPr marL="1371783" algn="l" defTabSz="685891" rtl="0" eaLnBrk="1" latinLnBrk="0" hangingPunct="1">
              <a:defRPr sz="1400" kern="1200">
                <a:solidFill>
                  <a:schemeClr val="tx1"/>
                </a:solidFill>
                <a:latin typeface="+mn-lt"/>
                <a:ea typeface="+mn-ea"/>
                <a:cs typeface="+mn-cs"/>
              </a:defRPr>
            </a:lvl5pPr>
            <a:lvl6pPr marL="1714729" algn="l" defTabSz="685891" rtl="0" eaLnBrk="1" latinLnBrk="0" hangingPunct="1">
              <a:defRPr sz="1400" kern="1200">
                <a:solidFill>
                  <a:schemeClr val="tx1"/>
                </a:solidFill>
                <a:latin typeface="+mn-lt"/>
                <a:ea typeface="+mn-ea"/>
                <a:cs typeface="+mn-cs"/>
              </a:defRPr>
            </a:lvl6pPr>
            <a:lvl7pPr marL="2057674" algn="l" defTabSz="685891" rtl="0" eaLnBrk="1" latinLnBrk="0" hangingPunct="1">
              <a:defRPr sz="1400" kern="1200">
                <a:solidFill>
                  <a:schemeClr val="tx1"/>
                </a:solidFill>
                <a:latin typeface="+mn-lt"/>
                <a:ea typeface="+mn-ea"/>
                <a:cs typeface="+mn-cs"/>
              </a:defRPr>
            </a:lvl7pPr>
            <a:lvl8pPr marL="2400620" algn="l" defTabSz="685891" rtl="0" eaLnBrk="1" latinLnBrk="0" hangingPunct="1">
              <a:defRPr sz="1400" kern="1200">
                <a:solidFill>
                  <a:schemeClr val="tx1"/>
                </a:solidFill>
                <a:latin typeface="+mn-lt"/>
                <a:ea typeface="+mn-ea"/>
                <a:cs typeface="+mn-cs"/>
              </a:defRPr>
            </a:lvl8pPr>
            <a:lvl9pPr marL="2743566" algn="l" defTabSz="685891" rtl="0" eaLnBrk="1" latinLnBrk="0" hangingPunct="1">
              <a:defRPr sz="1400" kern="1200">
                <a:solidFill>
                  <a:schemeClr val="tx1"/>
                </a:solidFill>
                <a:latin typeface="+mn-lt"/>
                <a:ea typeface="+mn-ea"/>
                <a:cs typeface="+mn-cs"/>
              </a:defRPr>
            </a:lvl9pPr>
          </a:lstStyle>
          <a:p>
            <a:pPr lvl="0"/>
            <a:fld id="{39601925-951F-4EA8-91E5-A517312BFAAA}" type="slidenum">
              <a:rPr lang="en-US" sz="1000" smtClean="0">
                <a:solidFill>
                  <a:schemeClr val="tx1">
                    <a:lumMod val="50000"/>
                    <a:lumOff val="50000"/>
                  </a:schemeClr>
                </a:solidFill>
                <a:latin typeface="DM Sans" pitchFamily="2" charset="0"/>
              </a:rPr>
              <a:pPr lvl="0"/>
              <a:t>‹nr.›</a:t>
            </a:fld>
            <a:endParaRPr lang="en-US" sz="1000">
              <a:solidFill>
                <a:schemeClr val="tx1">
                  <a:lumMod val="50000"/>
                  <a:lumOff val="50000"/>
                </a:schemeClr>
              </a:solidFill>
              <a:latin typeface="DM Sans" pitchFamily="2" charset="0"/>
            </a:endParaRPr>
          </a:p>
        </p:txBody>
      </p:sp>
      <p:sp>
        <p:nvSpPr>
          <p:cNvPr id="10" name="Text Placeholder 9">
            <a:extLst>
              <a:ext uri="{FF2B5EF4-FFF2-40B4-BE49-F238E27FC236}">
                <a16:creationId xmlns:a16="http://schemas.microsoft.com/office/drawing/2014/main" id="{79A11930-A700-37D0-B620-DB9AEEA1B21E}"/>
              </a:ext>
            </a:extLst>
          </p:cNvPr>
          <p:cNvSpPr>
            <a:spLocks noGrp="1"/>
          </p:cNvSpPr>
          <p:nvPr>
            <p:ph type="body" sz="quarter" idx="10" hasCustomPrompt="1"/>
          </p:nvPr>
        </p:nvSpPr>
        <p:spPr>
          <a:xfrm>
            <a:off x="490538" y="360564"/>
            <a:ext cx="5605462" cy="168636"/>
          </a:xfrm>
        </p:spPr>
        <p:txBody>
          <a:bodyPr wrap="square" lIns="0" tIns="0" rIns="0" bIns="0">
            <a:spAutoFit/>
          </a:bodyPr>
          <a:lstStyle>
            <a:lvl1pPr marL="0" indent="0">
              <a:spcBef>
                <a:spcPts val="900"/>
              </a:spcBef>
              <a:buNone/>
              <a:defRPr sz="1200" b="1">
                <a:solidFill>
                  <a:schemeClr val="tx1"/>
                </a:solidFill>
                <a:latin typeface="DM Sans" pitchFamily="2" charset="0"/>
              </a:defRPr>
            </a:lvl1pPr>
          </a:lstStyle>
          <a:p>
            <a:pPr lvl="0"/>
            <a:r>
              <a:rPr lang="en-US"/>
              <a:t>SLIDE CAPTION</a:t>
            </a:r>
            <a:endParaRPr lang="LID4096"/>
          </a:p>
        </p:txBody>
      </p:sp>
      <p:sp>
        <p:nvSpPr>
          <p:cNvPr id="13" name="Text Placeholder 12">
            <a:extLst>
              <a:ext uri="{FF2B5EF4-FFF2-40B4-BE49-F238E27FC236}">
                <a16:creationId xmlns:a16="http://schemas.microsoft.com/office/drawing/2014/main" id="{6805338A-4C90-581A-7AC2-B2531739DA19}"/>
              </a:ext>
            </a:extLst>
          </p:cNvPr>
          <p:cNvSpPr>
            <a:spLocks noGrp="1"/>
          </p:cNvSpPr>
          <p:nvPr>
            <p:ph type="body" sz="quarter" idx="11"/>
          </p:nvPr>
        </p:nvSpPr>
        <p:spPr>
          <a:xfrm>
            <a:off x="479424" y="2060575"/>
            <a:ext cx="11593513" cy="1237005"/>
          </a:xfrm>
        </p:spPr>
        <p:txBody>
          <a:bodyPr>
            <a:spAutoFit/>
          </a:bodyPr>
          <a:lstStyle>
            <a:lvl1pPr>
              <a:defRPr sz="1400">
                <a:latin typeface="DM Sans" pitchFamily="2" charset="0"/>
              </a:defRPr>
            </a:lvl1pPr>
            <a:lvl2pPr>
              <a:defRPr sz="1400">
                <a:latin typeface="DM Sans" pitchFamily="2" charset="0"/>
              </a:defRPr>
            </a:lvl2pPr>
            <a:lvl3pPr>
              <a:defRPr sz="1400">
                <a:latin typeface="DM Sans" pitchFamily="2" charset="0"/>
              </a:defRPr>
            </a:lvl3pPr>
            <a:lvl4pPr>
              <a:defRPr sz="1400">
                <a:latin typeface="DM Sans" pitchFamily="2" charset="0"/>
              </a:defRPr>
            </a:lvl4pPr>
            <a:lvl5pPr>
              <a:defRPr sz="1400">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2754583172"/>
      </p:ext>
    </p:extLst>
  </p:cSld>
  <p:clrMapOvr>
    <a:masterClrMapping/>
  </p:clrMapOvr>
  <p:extLst>
    <p:ext uri="{DCECCB84-F9BA-43D5-87BE-67443E8EF086}">
      <p15:sldGuideLst xmlns:p15="http://schemas.microsoft.com/office/powerpoint/2012/main">
        <p15:guide id="1" orient="horz" pos="389">
          <p15:clr>
            <a:srgbClr val="FBAE40"/>
          </p15:clr>
        </p15:guide>
        <p15:guide id="2" pos="3840">
          <p15:clr>
            <a:srgbClr val="FBAE40"/>
          </p15:clr>
        </p15:guide>
        <p15:guide id="3" orient="horz" pos="1298">
          <p15:clr>
            <a:srgbClr val="FBAE40"/>
          </p15:clr>
        </p15:guide>
        <p15:guide id="4" pos="309">
          <p15:clr>
            <a:srgbClr val="FBAE40"/>
          </p15:clr>
        </p15:guide>
        <p15:guide id="5" pos="76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7C13288-64D5-C2BB-27A3-C8D49F88D9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631B50BE-CABC-7CFE-BCB2-7BC067593A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18BE55C4-D64D-B57A-BD11-0C43F9056A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B5F86E71-4578-4DD3-C38E-F50B116D2C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Tijdelijke aanduiding voor dianummer 5">
            <a:extLst>
              <a:ext uri="{FF2B5EF4-FFF2-40B4-BE49-F238E27FC236}">
                <a16:creationId xmlns:a16="http://schemas.microsoft.com/office/drawing/2014/main" id="{367409F3-4F53-F682-48E1-62439966E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B8A5CA-36E4-466B-BFAD-60F492F39702}" type="slidenum">
              <a:rPr lang="en-GB" smtClean="0"/>
              <a:t>‹nr.›</a:t>
            </a:fld>
            <a:endParaRPr lang="en-GB"/>
          </a:p>
        </p:txBody>
      </p:sp>
    </p:spTree>
    <p:extLst>
      <p:ext uri="{BB962C8B-B14F-4D97-AF65-F5344CB8AC3E}">
        <p14:creationId xmlns:p14="http://schemas.microsoft.com/office/powerpoint/2010/main" val="12182351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92B7-EBBB-29B1-D2DF-A9F3C5FCA2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435802E-CA5A-8ED3-1E31-A1B56D91934B}"/>
              </a:ext>
            </a:extLst>
          </p:cNvPr>
          <p:cNvSpPr>
            <a:spLocks noGrp="1"/>
          </p:cNvSpPr>
          <p:nvPr>
            <p:ph type="title"/>
          </p:nvPr>
        </p:nvSpPr>
        <p:spPr/>
        <p:txBody>
          <a:bodyPr>
            <a:normAutofit/>
          </a:bodyPr>
          <a:lstStyle/>
          <a:p>
            <a:r>
              <a:rPr lang="en-GB" noProof="0" dirty="0"/>
              <a:t>Book cover</a:t>
            </a:r>
          </a:p>
        </p:txBody>
      </p:sp>
      <p:sp>
        <p:nvSpPr>
          <p:cNvPr id="4" name="Text Placeholder 3">
            <a:extLst>
              <a:ext uri="{FF2B5EF4-FFF2-40B4-BE49-F238E27FC236}">
                <a16:creationId xmlns:a16="http://schemas.microsoft.com/office/drawing/2014/main" id="{FB27AA5F-D60F-AD07-0D15-90F766B21BF7}"/>
              </a:ext>
            </a:extLst>
          </p:cNvPr>
          <p:cNvSpPr>
            <a:spLocks noGrp="1"/>
          </p:cNvSpPr>
          <p:nvPr>
            <p:ph type="body" sz="quarter" idx="10"/>
          </p:nvPr>
        </p:nvSpPr>
        <p:spPr/>
        <p:txBody>
          <a:bodyPr/>
          <a:lstStyle/>
          <a:p>
            <a:r>
              <a:rPr lang="en-GB" noProof="0" dirty="0"/>
              <a:t>The Agentic Organisation</a:t>
            </a:r>
          </a:p>
        </p:txBody>
      </p:sp>
      <p:grpSp>
        <p:nvGrpSpPr>
          <p:cNvPr id="23" name="Groep 22">
            <a:extLst>
              <a:ext uri="{FF2B5EF4-FFF2-40B4-BE49-F238E27FC236}">
                <a16:creationId xmlns:a16="http://schemas.microsoft.com/office/drawing/2014/main" id="{596BD645-1AB1-41FE-0051-E25978BF5943}"/>
              </a:ext>
            </a:extLst>
          </p:cNvPr>
          <p:cNvGrpSpPr/>
          <p:nvPr/>
        </p:nvGrpSpPr>
        <p:grpSpPr>
          <a:xfrm>
            <a:off x="504690" y="1363851"/>
            <a:ext cx="2903284" cy="4366456"/>
            <a:chOff x="504690" y="1363851"/>
            <a:chExt cx="2903284" cy="4366456"/>
          </a:xfrm>
        </p:grpSpPr>
        <p:pic>
          <p:nvPicPr>
            <p:cNvPr id="13" name="Afbeelding 12" descr="Afbeelding met schoeisel, kleding, person, persoon&#10;&#10;Door AI gegenereerde inhoud is mogelijk onjuist.">
              <a:extLst>
                <a:ext uri="{FF2B5EF4-FFF2-40B4-BE49-F238E27FC236}">
                  <a16:creationId xmlns:a16="http://schemas.microsoft.com/office/drawing/2014/main" id="{75635218-0CFB-8E81-E7CF-CABD807E564C}"/>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5" name="Afbeelding 14" descr="Afbeelding met schoeisel, kleding, person, persoon&#10;&#10;Door AI gegenereerde inhoud is mogelijk onjuist.">
              <a:extLst>
                <a:ext uri="{FF2B5EF4-FFF2-40B4-BE49-F238E27FC236}">
                  <a16:creationId xmlns:a16="http://schemas.microsoft.com/office/drawing/2014/main" id="{21EA633D-6C0C-D79D-E3F5-6AFBAD3059CC}"/>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sp>
          <p:nvSpPr>
            <p:cNvPr id="17" name="Tekstvak 16">
              <a:extLst>
                <a:ext uri="{FF2B5EF4-FFF2-40B4-BE49-F238E27FC236}">
                  <a16:creationId xmlns:a16="http://schemas.microsoft.com/office/drawing/2014/main" id="{BD3136CB-B208-EEC4-C8EC-1A85C00ECD75}"/>
                </a:ext>
              </a:extLst>
            </p:cNvPr>
            <p:cNvSpPr txBox="1"/>
            <p:nvPr/>
          </p:nvSpPr>
          <p:spPr>
            <a:xfrm>
              <a:off x="1180712" y="1425214"/>
              <a:ext cx="1551240" cy="230832"/>
            </a:xfrm>
            <a:prstGeom prst="rect">
              <a:avLst/>
            </a:prstGeom>
            <a:noFill/>
            <a:effectLst/>
          </p:spPr>
          <p:txBody>
            <a:bodyPr wrap="square" rtlCol="0">
              <a:spAutoFit/>
            </a:bodyPr>
            <a:lstStyle/>
            <a:p>
              <a:pPr algn="ctr"/>
              <a:r>
                <a:rPr lang="en-GB" sz="900" noProof="0" dirty="0">
                  <a:solidFill>
                    <a:srgbClr val="4B5B6B"/>
                  </a:solidFill>
                  <a:latin typeface="Montserrat" pitchFamily="2" charset="0"/>
                  <a:cs typeface="Segoe UI" panose="020B0502040204020203" pitchFamily="34" charset="0"/>
                </a:rPr>
                <a:t>EUROPEAN EDITION</a:t>
              </a:r>
            </a:p>
          </p:txBody>
        </p:sp>
        <p:sp>
          <p:nvSpPr>
            <p:cNvPr id="6" name="Tekstvak 5">
              <a:extLst>
                <a:ext uri="{FF2B5EF4-FFF2-40B4-BE49-F238E27FC236}">
                  <a16:creationId xmlns:a16="http://schemas.microsoft.com/office/drawing/2014/main" id="{011CADC5-0494-041A-23A1-8C77774988E9}"/>
                </a:ext>
              </a:extLst>
            </p:cNvPr>
            <p:cNvSpPr txBox="1"/>
            <p:nvPr/>
          </p:nvSpPr>
          <p:spPr>
            <a:xfrm>
              <a:off x="504690" y="1659729"/>
              <a:ext cx="2874980" cy="819199"/>
            </a:xfrm>
            <a:prstGeom prst="rect">
              <a:avLst/>
            </a:prstGeom>
            <a:noFill/>
            <a:effectLst/>
          </p:spPr>
          <p:txBody>
            <a:bodyPr wrap="square" rtlCol="0">
              <a:spAutoFit/>
            </a:bodyPr>
            <a:lstStyle/>
            <a:p>
              <a:pPr algn="ctr">
                <a:lnSpc>
                  <a:spcPts val="2900"/>
                </a:lnSpc>
              </a:pPr>
              <a:r>
                <a:rPr lang="en-GB" sz="2400" b="1" noProof="0" dirty="0">
                  <a:solidFill>
                    <a:srgbClr val="4B5B6B"/>
                  </a:solidFill>
                  <a:latin typeface="Montserrat" pitchFamily="2" charset="0"/>
                </a:rPr>
                <a:t>THE AGENTIC ORGANISATION</a:t>
              </a:r>
            </a:p>
          </p:txBody>
        </p:sp>
        <p:sp>
          <p:nvSpPr>
            <p:cNvPr id="7" name="Tekstvak 6">
              <a:extLst>
                <a:ext uri="{FF2B5EF4-FFF2-40B4-BE49-F238E27FC236}">
                  <a16:creationId xmlns:a16="http://schemas.microsoft.com/office/drawing/2014/main" id="{2DE3A319-CEAC-921D-D6E0-4F2919039E15}"/>
                </a:ext>
              </a:extLst>
            </p:cNvPr>
            <p:cNvSpPr txBox="1"/>
            <p:nvPr/>
          </p:nvSpPr>
          <p:spPr>
            <a:xfrm>
              <a:off x="781496" y="2382976"/>
              <a:ext cx="2321368" cy="215444"/>
            </a:xfrm>
            <a:prstGeom prst="rect">
              <a:avLst/>
            </a:prstGeom>
            <a:noFill/>
            <a:effectLst/>
          </p:spPr>
          <p:txBody>
            <a:bodyPr wrap="square" rtlCol="0">
              <a:spAutoFit/>
            </a:bodyPr>
            <a:lstStyle/>
            <a:p>
              <a:pPr algn="ctr"/>
              <a:r>
                <a:rPr lang="en-GB" sz="800" noProof="0" dirty="0">
                  <a:solidFill>
                    <a:srgbClr val="4B5B6B"/>
                  </a:solidFill>
                  <a:latin typeface="Montserrat" pitchFamily="2" charset="0"/>
                  <a:cs typeface="Segoe UI" panose="020B0502040204020203" pitchFamily="34" charset="0"/>
                </a:rPr>
                <a:t>A complete guide for AI transformations</a:t>
              </a:r>
            </a:p>
          </p:txBody>
        </p:sp>
        <p:sp>
          <p:nvSpPr>
            <p:cNvPr id="2" name="Tekstvak 1">
              <a:extLst>
                <a:ext uri="{FF2B5EF4-FFF2-40B4-BE49-F238E27FC236}">
                  <a16:creationId xmlns:a16="http://schemas.microsoft.com/office/drawing/2014/main" id="{7A35202E-6D93-F357-54FA-5F2F03585E0B}"/>
                </a:ext>
              </a:extLst>
            </p:cNvPr>
            <p:cNvSpPr txBox="1"/>
            <p:nvPr/>
          </p:nvSpPr>
          <p:spPr>
            <a:xfrm>
              <a:off x="1303223" y="5212922"/>
              <a:ext cx="1277914" cy="246221"/>
            </a:xfrm>
            <a:prstGeom prst="rect">
              <a:avLst/>
            </a:prstGeom>
            <a:noFill/>
            <a:effectLst>
              <a:outerShdw blurRad="12700" dist="12700" dir="2700000" algn="tl" rotWithShape="0">
                <a:prstClr val="black">
                  <a:alpha val="16000"/>
                </a:prstClr>
              </a:outerShdw>
            </a:effectLst>
          </p:spPr>
          <p:txBody>
            <a:bodyPr wrap="none" rtlCol="0">
              <a:spAutoFit/>
            </a:bodyPr>
            <a:lstStyle/>
            <a:p>
              <a:pPr algn="ctr"/>
              <a:r>
                <a:rPr lang="en-GB" sz="1000" noProof="0" dirty="0">
                  <a:solidFill>
                    <a:schemeClr val="bg1"/>
                  </a:solidFill>
                  <a:latin typeface="Garamond" panose="02020404030301010803" pitchFamily="18" charset="0"/>
                </a:rPr>
                <a:t>Stephan Hartgers-Rus</a:t>
              </a:r>
            </a:p>
          </p:txBody>
        </p:sp>
        <p:cxnSp>
          <p:nvCxnSpPr>
            <p:cNvPr id="19" name="Rechte verbindingslijn 18">
              <a:extLst>
                <a:ext uri="{FF2B5EF4-FFF2-40B4-BE49-F238E27FC236}">
                  <a16:creationId xmlns:a16="http://schemas.microsoft.com/office/drawing/2014/main" id="{470AE056-79E6-D9CB-0292-0A0450D0EEF2}"/>
                </a:ext>
              </a:extLst>
            </p:cNvPr>
            <p:cNvCxnSpPr>
              <a:cxnSpLocks/>
            </p:cNvCxnSpPr>
            <p:nvPr/>
          </p:nvCxnSpPr>
          <p:spPr>
            <a:xfrm>
              <a:off x="1367790" y="1612104"/>
              <a:ext cx="1175385" cy="0"/>
            </a:xfrm>
            <a:prstGeom prst="line">
              <a:avLst/>
            </a:prstGeom>
            <a:ln w="6350">
              <a:solidFill>
                <a:srgbClr val="4B5B6B"/>
              </a:solidFill>
            </a:ln>
          </p:spPr>
          <p:style>
            <a:lnRef idx="2">
              <a:schemeClr val="accent1"/>
            </a:lnRef>
            <a:fillRef idx="0">
              <a:schemeClr val="accent1"/>
            </a:fillRef>
            <a:effectRef idx="1">
              <a:schemeClr val="accent1"/>
            </a:effectRef>
            <a:fontRef idx="minor">
              <a:schemeClr val="tx1"/>
            </a:fontRef>
          </p:style>
        </p:cxnSp>
      </p:grpSp>
      <p:sp>
        <p:nvSpPr>
          <p:cNvPr id="5" name="Tekstvak 4">
            <a:extLst>
              <a:ext uri="{FF2B5EF4-FFF2-40B4-BE49-F238E27FC236}">
                <a16:creationId xmlns:a16="http://schemas.microsoft.com/office/drawing/2014/main" id="{A198950B-7018-C32F-4ABF-0187AC70BE2A}"/>
              </a:ext>
            </a:extLst>
          </p:cNvPr>
          <p:cNvSpPr txBox="1"/>
          <p:nvPr/>
        </p:nvSpPr>
        <p:spPr>
          <a:xfrm>
            <a:off x="4169500" y="1540630"/>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8" name="Tekstvak 7">
            <a:extLst>
              <a:ext uri="{FF2B5EF4-FFF2-40B4-BE49-F238E27FC236}">
                <a16:creationId xmlns:a16="http://schemas.microsoft.com/office/drawing/2014/main" id="{15405137-EC3B-0610-E5F6-4921C198CA55}"/>
              </a:ext>
            </a:extLst>
          </p:cNvPr>
          <p:cNvSpPr txBox="1"/>
          <p:nvPr/>
        </p:nvSpPr>
        <p:spPr>
          <a:xfrm>
            <a:off x="4169500" y="3167952"/>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9" name="Tekstvak 8">
            <a:extLst>
              <a:ext uri="{FF2B5EF4-FFF2-40B4-BE49-F238E27FC236}">
                <a16:creationId xmlns:a16="http://schemas.microsoft.com/office/drawing/2014/main" id="{25F612BF-6966-3F4E-DAD7-D044CA8537E1}"/>
              </a:ext>
            </a:extLst>
          </p:cNvPr>
          <p:cNvSpPr txBox="1"/>
          <p:nvPr/>
        </p:nvSpPr>
        <p:spPr>
          <a:xfrm>
            <a:off x="4169500" y="4874367"/>
            <a:ext cx="7206711" cy="1169551"/>
          </a:xfrm>
          <a:prstGeom prst="rect">
            <a:avLst/>
          </a:prstGeom>
          <a:noFill/>
        </p:spPr>
        <p:txBody>
          <a:bodyPr wrap="square" rtlCol="0">
            <a:spAutoFit/>
          </a:bodyPr>
          <a:lstStyle/>
          <a:p>
            <a:r>
              <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Tree>
    <p:extLst>
      <p:ext uri="{BB962C8B-B14F-4D97-AF65-F5344CB8AC3E}">
        <p14:creationId xmlns:p14="http://schemas.microsoft.com/office/powerpoint/2010/main" val="2876593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D59BBB47-7097-7DEF-94B0-637BDF103202}"/>
              </a:ext>
            </a:extLst>
          </p:cNvPr>
          <p:cNvSpPr/>
          <p:nvPr/>
        </p:nvSpPr>
        <p:spPr>
          <a:xfrm>
            <a:off x="1947040" y="42449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B3A34B42-FB4F-0FAB-9E0C-B9D4240D7263}"/>
              </a:ext>
            </a:extLst>
          </p:cNvPr>
          <p:cNvSpPr>
            <a:spLocks noGrp="1"/>
          </p:cNvSpPr>
          <p:nvPr>
            <p:ph type="title"/>
          </p:nvPr>
        </p:nvSpPr>
        <p:spPr>
          <a:xfrm>
            <a:off x="3284220" y="629113"/>
            <a:ext cx="5623560" cy="360099"/>
          </a:xfrm>
        </p:spPr>
        <p:txBody>
          <a:bodyPr>
            <a:normAutofit fontScale="90000"/>
          </a:bodyPr>
          <a:lstStyle/>
          <a:p>
            <a:pPr algn="ctr"/>
            <a:r>
              <a:rPr lang="en-GB" noProof="0" dirty="0">
                <a:solidFill>
                  <a:schemeClr val="tx1">
                    <a:lumMod val="85000"/>
                    <a:lumOff val="15000"/>
                  </a:schemeClr>
                </a:solidFill>
              </a:rPr>
              <a:t>Agentic systems scale with task complexity</a:t>
            </a:r>
          </a:p>
        </p:txBody>
      </p:sp>
      <p:grpSp>
        <p:nvGrpSpPr>
          <p:cNvPr id="51" name="Groep 50">
            <a:extLst>
              <a:ext uri="{FF2B5EF4-FFF2-40B4-BE49-F238E27FC236}">
                <a16:creationId xmlns:a16="http://schemas.microsoft.com/office/drawing/2014/main" id="{1FC40DF5-F758-045D-0665-BE46FB1FB96B}"/>
              </a:ext>
            </a:extLst>
          </p:cNvPr>
          <p:cNvGrpSpPr/>
          <p:nvPr/>
        </p:nvGrpSpPr>
        <p:grpSpPr>
          <a:xfrm>
            <a:off x="2238181" y="1664694"/>
            <a:ext cx="7860151" cy="2917691"/>
            <a:chOff x="2238181" y="1664694"/>
            <a:chExt cx="7860151" cy="2917691"/>
          </a:xfrm>
        </p:grpSpPr>
        <p:pic>
          <p:nvPicPr>
            <p:cNvPr id="1026" name="Picture 2" descr="Geen ALT-tekst opgegeven voor deze afbeelding">
              <a:extLst>
                <a:ext uri="{FF2B5EF4-FFF2-40B4-BE49-F238E27FC236}">
                  <a16:creationId xmlns:a16="http://schemas.microsoft.com/office/drawing/2014/main" id="{BE962BD8-FFF4-D3DC-1C7C-18B0CFA0E27E}"/>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72429" t="45111" r="17782" b="46173"/>
            <a:stretch>
              <a:fillRect/>
            </a:stretch>
          </p:blipFill>
          <p:spPr bwMode="auto">
            <a:xfrm>
              <a:off x="8617054" y="2555681"/>
              <a:ext cx="1006998" cy="597726"/>
            </a:xfrm>
            <a:prstGeom prst="rect">
              <a:avLst/>
            </a:prstGeom>
            <a:noFill/>
            <a:extLst>
              <a:ext uri="{909E8E84-426E-40DD-AFC4-6F175D3DCCD1}">
                <a14:hiddenFill xmlns:a14="http://schemas.microsoft.com/office/drawing/2010/main">
                  <a:solidFill>
                    <a:srgbClr val="FFFFFF"/>
                  </a:solidFill>
                </a14:hiddenFill>
              </a:ext>
            </a:extLst>
          </p:spPr>
        </p:pic>
        <p:grpSp>
          <p:nvGrpSpPr>
            <p:cNvPr id="50" name="Groep 49">
              <a:extLst>
                <a:ext uri="{FF2B5EF4-FFF2-40B4-BE49-F238E27FC236}">
                  <a16:creationId xmlns:a16="http://schemas.microsoft.com/office/drawing/2014/main" id="{11553B2F-71BA-6680-A5C5-C65FDE5798C4}"/>
                </a:ext>
              </a:extLst>
            </p:cNvPr>
            <p:cNvGrpSpPr/>
            <p:nvPr/>
          </p:nvGrpSpPr>
          <p:grpSpPr>
            <a:xfrm>
              <a:off x="2238181" y="2608884"/>
              <a:ext cx="1872927" cy="1973501"/>
              <a:chOff x="2238181" y="2608884"/>
              <a:chExt cx="1872927" cy="1973501"/>
            </a:xfrm>
          </p:grpSpPr>
          <p:sp>
            <p:nvSpPr>
              <p:cNvPr id="6" name="Tekstvak 5">
                <a:extLst>
                  <a:ext uri="{FF2B5EF4-FFF2-40B4-BE49-F238E27FC236}">
                    <a16:creationId xmlns:a16="http://schemas.microsoft.com/office/drawing/2014/main" id="{B7BC8CD5-8290-7BF8-0563-0B5D354C08B9}"/>
                  </a:ext>
                </a:extLst>
              </p:cNvPr>
              <p:cNvSpPr txBox="1"/>
              <p:nvPr/>
            </p:nvSpPr>
            <p:spPr>
              <a:xfrm>
                <a:off x="2238181" y="3924904"/>
                <a:ext cx="1872925" cy="50783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Agents assist individuals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Improve personal tasks</a:t>
                </a:r>
              </a:p>
            </p:txBody>
          </p:sp>
          <p:sp>
            <p:nvSpPr>
              <p:cNvPr id="9" name="Rechthoek: afgeronde bovenhoeken 8">
                <a:extLst>
                  <a:ext uri="{FF2B5EF4-FFF2-40B4-BE49-F238E27FC236}">
                    <a16:creationId xmlns:a16="http://schemas.microsoft.com/office/drawing/2014/main" id="{47A8ACC6-4D65-0098-F12F-198B6EC32731}"/>
                  </a:ext>
                </a:extLst>
              </p:cNvPr>
              <p:cNvSpPr/>
              <p:nvPr/>
            </p:nvSpPr>
            <p:spPr>
              <a:xfrm>
                <a:off x="2238182" y="260888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4" name="Rechthoek: afgeronde hoeken 3">
                <a:extLst>
                  <a:ext uri="{FF2B5EF4-FFF2-40B4-BE49-F238E27FC236}">
                    <a16:creationId xmlns:a16="http://schemas.microsoft.com/office/drawing/2014/main" id="{7173F817-78BD-F5A5-D5A1-F38742BCBC56}"/>
                  </a:ext>
                </a:extLst>
              </p:cNvPr>
              <p:cNvSpPr/>
              <p:nvPr/>
            </p:nvSpPr>
            <p:spPr>
              <a:xfrm>
                <a:off x="2238182" y="2608884"/>
                <a:ext cx="1872926" cy="197350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10" name="Tekstvak 9">
                <a:extLst>
                  <a:ext uri="{FF2B5EF4-FFF2-40B4-BE49-F238E27FC236}">
                    <a16:creationId xmlns:a16="http://schemas.microsoft.com/office/drawing/2014/main" id="{D9A05767-F9F0-938D-7AA8-2AC141DDCD4C}"/>
                  </a:ext>
                </a:extLst>
              </p:cNvPr>
              <p:cNvSpPr txBox="1"/>
              <p:nvPr/>
            </p:nvSpPr>
            <p:spPr>
              <a:xfrm>
                <a:off x="2278822" y="2654320"/>
                <a:ext cx="1597379" cy="523220"/>
              </a:xfrm>
              <a:prstGeom prst="rect">
                <a:avLst/>
              </a:prstGeom>
              <a:noFill/>
            </p:spPr>
            <p:txBody>
              <a:bodyPr wrap="square" rtlCol="0">
                <a:spAutoFit/>
              </a:bodyPr>
              <a:lstStyle/>
              <a:p>
                <a:r>
                  <a:rPr lang="en-GB" sz="1400" b="1" dirty="0">
                    <a:solidFill>
                      <a:schemeClr val="bg1"/>
                    </a:solidFill>
                    <a:latin typeface="DM Sans" pitchFamily="2" charset="0"/>
                  </a:rPr>
                  <a:t>Individual augmentation</a:t>
                </a:r>
                <a:endParaRPr lang="en-GB" sz="1400" b="1" i="1" dirty="0">
                  <a:solidFill>
                    <a:schemeClr val="bg1"/>
                  </a:solidFill>
                  <a:latin typeface="DM Sans" pitchFamily="2" charset="0"/>
                </a:endParaRPr>
              </a:p>
            </p:txBody>
          </p:sp>
        </p:grpSp>
        <p:grpSp>
          <p:nvGrpSpPr>
            <p:cNvPr id="49" name="Groep 48">
              <a:extLst>
                <a:ext uri="{FF2B5EF4-FFF2-40B4-BE49-F238E27FC236}">
                  <a16:creationId xmlns:a16="http://schemas.microsoft.com/office/drawing/2014/main" id="{3265D777-72EB-BC6A-438D-3BD73F721A27}"/>
                </a:ext>
              </a:extLst>
            </p:cNvPr>
            <p:cNvGrpSpPr/>
            <p:nvPr/>
          </p:nvGrpSpPr>
          <p:grpSpPr>
            <a:xfrm>
              <a:off x="4233922" y="2294154"/>
              <a:ext cx="1872927" cy="2288231"/>
              <a:chOff x="4233922" y="2294154"/>
              <a:chExt cx="1872927" cy="2288231"/>
            </a:xfrm>
          </p:grpSpPr>
          <p:sp>
            <p:nvSpPr>
              <p:cNvPr id="22" name="Tekstvak 21">
                <a:extLst>
                  <a:ext uri="{FF2B5EF4-FFF2-40B4-BE49-F238E27FC236}">
                    <a16:creationId xmlns:a16="http://schemas.microsoft.com/office/drawing/2014/main" id="{3B5F272C-15AA-8037-125C-BA55F0A2BC1F}"/>
                  </a:ext>
                </a:extLst>
              </p:cNvPr>
              <p:cNvSpPr txBox="1"/>
              <p:nvPr/>
            </p:nvSpPr>
            <p:spPr>
              <a:xfrm>
                <a:off x="4233922" y="3924904"/>
                <a:ext cx="1862077" cy="50783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Automate routine workflows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Scale execution quality</a:t>
                </a:r>
              </a:p>
            </p:txBody>
          </p:sp>
          <p:sp>
            <p:nvSpPr>
              <p:cNvPr id="23" name="Rechthoek: afgeronde bovenhoeken 22">
                <a:extLst>
                  <a:ext uri="{FF2B5EF4-FFF2-40B4-BE49-F238E27FC236}">
                    <a16:creationId xmlns:a16="http://schemas.microsoft.com/office/drawing/2014/main" id="{BEAD4EBB-6063-9EA7-CADB-ABC1B6AD7140}"/>
                  </a:ext>
                </a:extLst>
              </p:cNvPr>
              <p:cNvSpPr/>
              <p:nvPr/>
            </p:nvSpPr>
            <p:spPr>
              <a:xfrm>
                <a:off x="4233923" y="229415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4" name="Rechthoek: afgeronde hoeken 23">
                <a:extLst>
                  <a:ext uri="{FF2B5EF4-FFF2-40B4-BE49-F238E27FC236}">
                    <a16:creationId xmlns:a16="http://schemas.microsoft.com/office/drawing/2014/main" id="{C3CB4C2B-D918-6F91-F6D1-C736B7FC0BB9}"/>
                  </a:ext>
                </a:extLst>
              </p:cNvPr>
              <p:cNvSpPr/>
              <p:nvPr/>
            </p:nvSpPr>
            <p:spPr>
              <a:xfrm>
                <a:off x="4233923" y="2294154"/>
                <a:ext cx="1872926" cy="228823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25" name="Tekstvak 24">
                <a:extLst>
                  <a:ext uri="{FF2B5EF4-FFF2-40B4-BE49-F238E27FC236}">
                    <a16:creationId xmlns:a16="http://schemas.microsoft.com/office/drawing/2014/main" id="{1AF15559-C56E-C8DA-7EFD-7A3096894052}"/>
                  </a:ext>
                </a:extLst>
              </p:cNvPr>
              <p:cNvSpPr txBox="1"/>
              <p:nvPr/>
            </p:nvSpPr>
            <p:spPr>
              <a:xfrm>
                <a:off x="4274563" y="2339590"/>
                <a:ext cx="1597379" cy="523220"/>
              </a:xfrm>
              <a:prstGeom prst="rect">
                <a:avLst/>
              </a:prstGeom>
              <a:noFill/>
            </p:spPr>
            <p:txBody>
              <a:bodyPr wrap="square" rtlCol="0">
                <a:spAutoFit/>
              </a:bodyPr>
              <a:lstStyle/>
              <a:p>
                <a:r>
                  <a:rPr lang="en-GB" sz="1400" b="1" dirty="0">
                    <a:solidFill>
                      <a:schemeClr val="bg1"/>
                    </a:solidFill>
                    <a:latin typeface="DM Sans" pitchFamily="2" charset="0"/>
                  </a:rPr>
                  <a:t>Task &amp; workflow automation</a:t>
                </a:r>
                <a:endParaRPr lang="en-GB" sz="1400" b="1" i="1" dirty="0">
                  <a:solidFill>
                    <a:schemeClr val="bg1"/>
                  </a:solidFill>
                  <a:latin typeface="DM Sans" pitchFamily="2" charset="0"/>
                </a:endParaRPr>
              </a:p>
            </p:txBody>
          </p:sp>
        </p:grpSp>
        <p:grpSp>
          <p:nvGrpSpPr>
            <p:cNvPr id="48" name="Groep 47">
              <a:extLst>
                <a:ext uri="{FF2B5EF4-FFF2-40B4-BE49-F238E27FC236}">
                  <a16:creationId xmlns:a16="http://schemas.microsoft.com/office/drawing/2014/main" id="{0F19FA35-6463-BF14-4C00-7CCD7501EA5B}"/>
                </a:ext>
              </a:extLst>
            </p:cNvPr>
            <p:cNvGrpSpPr/>
            <p:nvPr/>
          </p:nvGrpSpPr>
          <p:grpSpPr>
            <a:xfrm>
              <a:off x="6229664" y="1979424"/>
              <a:ext cx="1872926" cy="2602961"/>
              <a:chOff x="6229664" y="1979424"/>
              <a:chExt cx="1872926" cy="2602961"/>
            </a:xfrm>
          </p:grpSpPr>
          <p:sp>
            <p:nvSpPr>
              <p:cNvPr id="27" name="Tekstvak 26">
                <a:extLst>
                  <a:ext uri="{FF2B5EF4-FFF2-40B4-BE49-F238E27FC236}">
                    <a16:creationId xmlns:a16="http://schemas.microsoft.com/office/drawing/2014/main" id="{ED530079-0921-B049-DF19-DCF16BF9EC9D}"/>
                  </a:ext>
                </a:extLst>
              </p:cNvPr>
              <p:cNvSpPr txBox="1"/>
              <p:nvPr/>
            </p:nvSpPr>
            <p:spPr>
              <a:xfrm>
                <a:off x="6229664" y="3586349"/>
                <a:ext cx="1872926" cy="846386"/>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Agent teams across a function</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Redesign, intelligent processes</a:t>
                </a:r>
              </a:p>
            </p:txBody>
          </p:sp>
          <p:sp>
            <p:nvSpPr>
              <p:cNvPr id="28" name="Rechthoek: afgeronde bovenhoeken 27">
                <a:extLst>
                  <a:ext uri="{FF2B5EF4-FFF2-40B4-BE49-F238E27FC236}">
                    <a16:creationId xmlns:a16="http://schemas.microsoft.com/office/drawing/2014/main" id="{7655D4D4-A725-FFA1-1459-E7081F56F796}"/>
                  </a:ext>
                </a:extLst>
              </p:cNvPr>
              <p:cNvSpPr/>
              <p:nvPr/>
            </p:nvSpPr>
            <p:spPr>
              <a:xfrm>
                <a:off x="6229664" y="197942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9" name="Rechthoek: afgeronde hoeken 28">
                <a:extLst>
                  <a:ext uri="{FF2B5EF4-FFF2-40B4-BE49-F238E27FC236}">
                    <a16:creationId xmlns:a16="http://schemas.microsoft.com/office/drawing/2014/main" id="{8FDA55AD-CF64-AEB8-D0FB-6208EAB3ED01}"/>
                  </a:ext>
                </a:extLst>
              </p:cNvPr>
              <p:cNvSpPr/>
              <p:nvPr/>
            </p:nvSpPr>
            <p:spPr>
              <a:xfrm>
                <a:off x="6229664" y="1979424"/>
                <a:ext cx="1872926" cy="260296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1" name="Tekstvak 30">
                <a:extLst>
                  <a:ext uri="{FF2B5EF4-FFF2-40B4-BE49-F238E27FC236}">
                    <a16:creationId xmlns:a16="http://schemas.microsoft.com/office/drawing/2014/main" id="{71F75D97-B282-7651-68BE-C8B290B84D2B}"/>
                  </a:ext>
                </a:extLst>
              </p:cNvPr>
              <p:cNvSpPr txBox="1"/>
              <p:nvPr/>
            </p:nvSpPr>
            <p:spPr>
              <a:xfrm>
                <a:off x="6270304" y="2024860"/>
                <a:ext cx="1760835" cy="523220"/>
              </a:xfrm>
              <a:prstGeom prst="rect">
                <a:avLst/>
              </a:prstGeom>
              <a:noFill/>
            </p:spPr>
            <p:txBody>
              <a:bodyPr wrap="square" rtlCol="0">
                <a:spAutoFit/>
              </a:bodyPr>
              <a:lstStyle/>
              <a:p>
                <a:r>
                  <a:rPr lang="en-GB" sz="1400" b="1" dirty="0">
                    <a:solidFill>
                      <a:schemeClr val="bg1"/>
                    </a:solidFill>
                    <a:latin typeface="DM Sans" pitchFamily="2" charset="0"/>
                  </a:rPr>
                  <a:t>Functional agentic workflows</a:t>
                </a:r>
                <a:endParaRPr lang="en-GB" sz="1400" b="1" i="1" dirty="0">
                  <a:solidFill>
                    <a:schemeClr val="bg1"/>
                  </a:solidFill>
                  <a:latin typeface="DM Sans" pitchFamily="2" charset="0"/>
                </a:endParaRPr>
              </a:p>
            </p:txBody>
          </p:sp>
        </p:grpSp>
        <p:grpSp>
          <p:nvGrpSpPr>
            <p:cNvPr id="47" name="Groep 46">
              <a:extLst>
                <a:ext uri="{FF2B5EF4-FFF2-40B4-BE49-F238E27FC236}">
                  <a16:creationId xmlns:a16="http://schemas.microsoft.com/office/drawing/2014/main" id="{F0E26D06-0E9C-1E9D-5EF2-CA93159AF913}"/>
                </a:ext>
              </a:extLst>
            </p:cNvPr>
            <p:cNvGrpSpPr/>
            <p:nvPr/>
          </p:nvGrpSpPr>
          <p:grpSpPr>
            <a:xfrm>
              <a:off x="8225406" y="1664694"/>
              <a:ext cx="1872926" cy="2917691"/>
              <a:chOff x="8225406" y="1664694"/>
              <a:chExt cx="1872926" cy="2917691"/>
            </a:xfrm>
          </p:grpSpPr>
          <p:sp>
            <p:nvSpPr>
              <p:cNvPr id="35" name="Tekstvak 34">
                <a:extLst>
                  <a:ext uri="{FF2B5EF4-FFF2-40B4-BE49-F238E27FC236}">
                    <a16:creationId xmlns:a16="http://schemas.microsoft.com/office/drawing/2014/main" id="{8F8A1EF2-1E56-E80F-80C6-C181E6DEC682}"/>
                  </a:ext>
                </a:extLst>
              </p:cNvPr>
              <p:cNvSpPr txBox="1"/>
              <p:nvPr/>
            </p:nvSpPr>
            <p:spPr>
              <a:xfrm>
                <a:off x="8225406" y="3755627"/>
                <a:ext cx="1872926" cy="677108"/>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End-to-end complex workflows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High-level decision support</a:t>
                </a:r>
              </a:p>
            </p:txBody>
          </p:sp>
          <p:sp>
            <p:nvSpPr>
              <p:cNvPr id="36" name="Rechthoek: afgeronde bovenhoeken 35">
                <a:extLst>
                  <a:ext uri="{FF2B5EF4-FFF2-40B4-BE49-F238E27FC236}">
                    <a16:creationId xmlns:a16="http://schemas.microsoft.com/office/drawing/2014/main" id="{08BD41DC-B421-FEEC-AC98-71007A600253}"/>
                  </a:ext>
                </a:extLst>
              </p:cNvPr>
              <p:cNvSpPr/>
              <p:nvPr/>
            </p:nvSpPr>
            <p:spPr>
              <a:xfrm>
                <a:off x="8225406" y="166469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37" name="Rechthoek: afgeronde hoeken 36">
                <a:extLst>
                  <a:ext uri="{FF2B5EF4-FFF2-40B4-BE49-F238E27FC236}">
                    <a16:creationId xmlns:a16="http://schemas.microsoft.com/office/drawing/2014/main" id="{1C5A4A89-956A-35DE-D7AF-A3DCF530A485}"/>
                  </a:ext>
                </a:extLst>
              </p:cNvPr>
              <p:cNvSpPr/>
              <p:nvPr/>
            </p:nvSpPr>
            <p:spPr>
              <a:xfrm>
                <a:off x="8225406" y="1664694"/>
                <a:ext cx="1872926" cy="291769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8" name="Tekstvak 37">
                <a:extLst>
                  <a:ext uri="{FF2B5EF4-FFF2-40B4-BE49-F238E27FC236}">
                    <a16:creationId xmlns:a16="http://schemas.microsoft.com/office/drawing/2014/main" id="{1A3BBB2D-4619-F4E5-1977-DD93615DCD13}"/>
                  </a:ext>
                </a:extLst>
              </p:cNvPr>
              <p:cNvSpPr txBox="1"/>
              <p:nvPr/>
            </p:nvSpPr>
            <p:spPr>
              <a:xfrm>
                <a:off x="8266046" y="1710130"/>
                <a:ext cx="1832286" cy="523220"/>
              </a:xfrm>
              <a:prstGeom prst="rect">
                <a:avLst/>
              </a:prstGeom>
              <a:noFill/>
            </p:spPr>
            <p:txBody>
              <a:bodyPr wrap="square" rtlCol="0">
                <a:spAutoFit/>
              </a:bodyPr>
              <a:lstStyle/>
              <a:p>
                <a:r>
                  <a:rPr lang="en-GB" sz="1400" b="1" dirty="0">
                    <a:solidFill>
                      <a:schemeClr val="bg1"/>
                    </a:solidFill>
                    <a:latin typeface="DM Sans" pitchFamily="2" charset="0"/>
                  </a:rPr>
                  <a:t>Cross-functional agentic workflows</a:t>
                </a:r>
                <a:endParaRPr lang="en-GB" sz="1400" b="1" i="1" dirty="0">
                  <a:solidFill>
                    <a:schemeClr val="bg1"/>
                  </a:solidFill>
                  <a:latin typeface="DM Sans" pitchFamily="2" charset="0"/>
                </a:endParaRPr>
              </a:p>
            </p:txBody>
          </p:sp>
        </p:grpSp>
        <p:pic>
          <p:nvPicPr>
            <p:cNvPr id="40" name="Picture 2" descr="Geen ALT-tekst opgegeven voor deze afbeelding">
              <a:extLst>
                <a:ext uri="{FF2B5EF4-FFF2-40B4-BE49-F238E27FC236}">
                  <a16:creationId xmlns:a16="http://schemas.microsoft.com/office/drawing/2014/main" id="{3339BC4B-BAF4-E359-4B48-D70AF4FFA2F8}"/>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52056" t="49101" r="39179" b="41041"/>
            <a:stretch>
              <a:fillRect/>
            </a:stretch>
          </p:blipFill>
          <p:spPr bwMode="auto">
            <a:xfrm>
              <a:off x="6646352" y="2776758"/>
              <a:ext cx="901668" cy="676090"/>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Geen ALT-tekst opgegeven voor deze afbeelding">
              <a:extLst>
                <a:ext uri="{FF2B5EF4-FFF2-40B4-BE49-F238E27FC236}">
                  <a16:creationId xmlns:a16="http://schemas.microsoft.com/office/drawing/2014/main" id="{B8B79CD2-F8C8-26DC-FB9D-9001C1A05499}"/>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31906" t="52293" r="61753" b="39148"/>
            <a:stretch>
              <a:fillRect/>
            </a:stretch>
          </p:blipFill>
          <p:spPr bwMode="auto">
            <a:xfrm>
              <a:off x="4783001" y="3088401"/>
              <a:ext cx="652314" cy="58696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Geen ALT-tekst opgegeven voor deze afbeelding">
              <a:extLst>
                <a:ext uri="{FF2B5EF4-FFF2-40B4-BE49-F238E27FC236}">
                  <a16:creationId xmlns:a16="http://schemas.microsoft.com/office/drawing/2014/main" id="{80D9276C-453F-4A13-311F-C04E2224AB6C}"/>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11468" t="55454" r="81516" b="36151"/>
            <a:stretch>
              <a:fillRect/>
            </a:stretch>
          </p:blipFill>
          <p:spPr bwMode="auto">
            <a:xfrm>
              <a:off x="2770431" y="3381884"/>
              <a:ext cx="721795" cy="57573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155234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C701A-283F-C1B0-2834-F9D1A7F131B3}"/>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44EF578A-6231-9FBF-1308-E0EF79AE5D3B}"/>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8804E6F4-C3CC-C3BC-3F2A-1A9BCA0131F6}"/>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D72B93A7-9585-0551-84EE-EF7054A423A7}"/>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5B250883-346E-3EC8-3212-E9A0D2A763DF}"/>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6FE07215-7F00-369F-6136-C21285723163}"/>
              </a:ext>
            </a:extLst>
          </p:cNvPr>
          <p:cNvSpPr/>
          <p:nvPr/>
        </p:nvSpPr>
        <p:spPr>
          <a:xfrm>
            <a:off x="2271959"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653576DA-7188-AF3A-BBE1-8B282BA67543}"/>
              </a:ext>
            </a:extLst>
          </p:cNvPr>
          <p:cNvSpPr/>
          <p:nvPr/>
        </p:nvSpPr>
        <p:spPr>
          <a:xfrm>
            <a:off x="485884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8B339D20-5A49-6F7A-15C4-5ED02A3C89CF}"/>
              </a:ext>
            </a:extLst>
          </p:cNvPr>
          <p:cNvSpPr/>
          <p:nvPr/>
        </p:nvSpPr>
        <p:spPr>
          <a:xfrm>
            <a:off x="744573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D45E396F-4999-B4F9-7072-65323E72C693}"/>
              </a:ext>
            </a:extLst>
          </p:cNvPr>
          <p:cNvSpPr txBox="1"/>
          <p:nvPr/>
        </p:nvSpPr>
        <p:spPr>
          <a:xfrm>
            <a:off x="2418949" y="4089627"/>
            <a:ext cx="2436657"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DATA</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Reusable data products, analytics, architecture, monetization</a:t>
            </a:r>
          </a:p>
        </p:txBody>
      </p:sp>
      <p:sp>
        <p:nvSpPr>
          <p:cNvPr id="155" name="TextBox 154">
            <a:extLst>
              <a:ext uri="{FF2B5EF4-FFF2-40B4-BE49-F238E27FC236}">
                <a16:creationId xmlns:a16="http://schemas.microsoft.com/office/drawing/2014/main" id="{2DE3B8D4-C994-CC95-4F69-2555F1BAEC65}"/>
              </a:ext>
            </a:extLst>
          </p:cNvPr>
          <p:cNvSpPr txBox="1"/>
          <p:nvPr/>
        </p:nvSpPr>
        <p:spPr>
          <a:xfrm>
            <a:off x="5010186" y="4089627"/>
            <a:ext cx="20444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TECHNOLOGY</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Target architecture, platforms &amp; solutions, integration </a:t>
            </a:r>
          </a:p>
        </p:txBody>
      </p:sp>
      <p:sp>
        <p:nvSpPr>
          <p:cNvPr id="157" name="TextBox 156">
            <a:extLst>
              <a:ext uri="{FF2B5EF4-FFF2-40B4-BE49-F238E27FC236}">
                <a16:creationId xmlns:a16="http://schemas.microsoft.com/office/drawing/2014/main" id="{B1A48E0B-B12C-B2CB-1BB2-D2295474555A}"/>
              </a:ext>
            </a:extLst>
          </p:cNvPr>
          <p:cNvSpPr txBox="1"/>
          <p:nvPr/>
        </p:nvSpPr>
        <p:spPr>
          <a:xfrm>
            <a:off x="7590340" y="4089627"/>
            <a:ext cx="2050934"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ENABLEMENT</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040EE41B-84FC-D9F7-BC87-3BD84F3AFE4B}"/>
              </a:ext>
            </a:extLst>
          </p:cNvPr>
          <p:cNvSpPr/>
          <p:nvPr/>
        </p:nvSpPr>
        <p:spPr>
          <a:xfrm>
            <a:off x="2271959"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C5224C84-04C8-1C2B-02B5-31E1DA424107}"/>
              </a:ext>
            </a:extLst>
          </p:cNvPr>
          <p:cNvSpPr/>
          <p:nvPr/>
        </p:nvSpPr>
        <p:spPr>
          <a:xfrm>
            <a:off x="6151970"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CDC35536-4632-3A16-6AAD-1321A4D58107}"/>
              </a:ext>
            </a:extLst>
          </p:cNvPr>
          <p:cNvSpPr txBox="1"/>
          <p:nvPr/>
        </p:nvSpPr>
        <p:spPr>
          <a:xfrm>
            <a:off x="2418952" y="3098490"/>
            <a:ext cx="3076622"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66" name="TextBox 165">
            <a:extLst>
              <a:ext uri="{FF2B5EF4-FFF2-40B4-BE49-F238E27FC236}">
                <a16:creationId xmlns:a16="http://schemas.microsoft.com/office/drawing/2014/main" id="{0ED94337-D9EF-B968-0944-7B0492BE49FB}"/>
              </a:ext>
            </a:extLst>
          </p:cNvPr>
          <p:cNvSpPr txBox="1"/>
          <p:nvPr/>
        </p:nvSpPr>
        <p:spPr>
          <a:xfrm>
            <a:off x="6293260" y="3098490"/>
            <a:ext cx="2548336"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PROCESS</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Org. design, cross-functional teams, product way-of-working</a:t>
            </a:r>
          </a:p>
        </p:txBody>
      </p:sp>
      <p:sp>
        <p:nvSpPr>
          <p:cNvPr id="140" name="Rectangle 139">
            <a:extLst>
              <a:ext uri="{FF2B5EF4-FFF2-40B4-BE49-F238E27FC236}">
                <a16:creationId xmlns:a16="http://schemas.microsoft.com/office/drawing/2014/main" id="{6EEE62E6-5E4B-C96C-9F89-375F08FD4DF3}"/>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133142FD-381A-0343-6F80-7C3DD96E3AE4}"/>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platform or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8166F8A8-1F04-36DE-08FC-83823D231C25}"/>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90014271-BB22-F835-FD78-811BE8003051}"/>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80F60780-247F-1D15-AA6B-E31A2199640B}"/>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934CC753-7B29-0A5D-26FD-6CA4D03F2EB2}"/>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2E0CCC23-13A3-B128-CB32-4D128C47FCDC}"/>
              </a:ext>
            </a:extLst>
          </p:cNvPr>
          <p:cNvPicPr>
            <a:picLocks noChangeAspect="1"/>
          </p:cNvPicPr>
          <p:nvPr/>
        </p:nvPicPr>
        <p:blipFill>
          <a:blip r:embed="rId3"/>
          <a:stretch>
            <a:fillRect/>
          </a:stretch>
        </p:blipFill>
        <p:spPr>
          <a:xfrm>
            <a:off x="12192000" y="551145"/>
            <a:ext cx="8051107" cy="4602677"/>
          </a:xfrm>
          <a:prstGeom prst="rect">
            <a:avLst/>
          </a:prstGeom>
        </p:spPr>
      </p:pic>
    </p:spTree>
    <p:extLst>
      <p:ext uri="{BB962C8B-B14F-4D97-AF65-F5344CB8AC3E}">
        <p14:creationId xmlns:p14="http://schemas.microsoft.com/office/powerpoint/2010/main" val="29136440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A248-EF49-F51A-CBDA-CDB536E050A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6CED7A95-861C-C15B-BDC7-8EFDB6F02F4F}"/>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BF651015-06D4-F8F3-4AC0-6C159D0D7FDC}"/>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854FBC05-8076-835B-A51A-382B2C7273FA}"/>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79702F44-A03C-80FC-8FB0-0826BA42DE86}"/>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41F7B64D-5435-407E-622F-30D44BB5CD32}"/>
              </a:ext>
            </a:extLst>
          </p:cNvPr>
          <p:cNvSpPr/>
          <p:nvPr/>
        </p:nvSpPr>
        <p:spPr>
          <a:xfrm>
            <a:off x="2271959"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D5BBACB4-7591-438A-25EA-79E642E138D4}"/>
              </a:ext>
            </a:extLst>
          </p:cNvPr>
          <p:cNvSpPr/>
          <p:nvPr/>
        </p:nvSpPr>
        <p:spPr>
          <a:xfrm>
            <a:off x="4858848"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41A130F9-0930-C628-981A-7758A9ACE534}"/>
              </a:ext>
            </a:extLst>
          </p:cNvPr>
          <p:cNvSpPr/>
          <p:nvPr/>
        </p:nvSpPr>
        <p:spPr>
          <a:xfrm>
            <a:off x="7445738"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61BC1662-D73D-BAB8-E82C-9675A5C2652B}"/>
              </a:ext>
            </a:extLst>
          </p:cNvPr>
          <p:cNvSpPr txBox="1"/>
          <p:nvPr/>
        </p:nvSpPr>
        <p:spPr>
          <a:xfrm>
            <a:off x="2418949" y="3094599"/>
            <a:ext cx="2306191" cy="769441"/>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p>
          <a:p>
            <a:pPr>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55" name="TextBox 154">
            <a:extLst>
              <a:ext uri="{FF2B5EF4-FFF2-40B4-BE49-F238E27FC236}">
                <a16:creationId xmlns:a16="http://schemas.microsoft.com/office/drawing/2014/main" id="{D6773BBC-2B68-F3FD-662D-3FDFA5E700A0}"/>
              </a:ext>
            </a:extLst>
          </p:cNvPr>
          <p:cNvSpPr txBox="1"/>
          <p:nvPr/>
        </p:nvSpPr>
        <p:spPr>
          <a:xfrm>
            <a:off x="5010186" y="3094599"/>
            <a:ext cx="2044410" cy="549766"/>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PROCESS</a:t>
            </a:r>
          </a:p>
          <a:p>
            <a:pPr>
              <a:lnSpc>
                <a:spcPts val="1300"/>
              </a:lnSpc>
              <a:buSzPct val="100000"/>
            </a:pPr>
            <a:r>
              <a:rPr lang="en-GB" sz="1200" dirty="0">
                <a:solidFill>
                  <a:schemeClr val="tx1">
                    <a:lumMod val="85000"/>
                    <a:lumOff val="15000"/>
                  </a:schemeClr>
                </a:solidFill>
                <a:latin typeface="+mj-lt"/>
              </a:rPr>
              <a:t>Org. design, cross-functional teams, product way-of-working</a:t>
            </a:r>
          </a:p>
        </p:txBody>
      </p:sp>
      <p:sp>
        <p:nvSpPr>
          <p:cNvPr id="157" name="TextBox 156">
            <a:extLst>
              <a:ext uri="{FF2B5EF4-FFF2-40B4-BE49-F238E27FC236}">
                <a16:creationId xmlns:a16="http://schemas.microsoft.com/office/drawing/2014/main" id="{8666AC02-3F8E-E754-C3F1-B208CBEF0099}"/>
              </a:ext>
            </a:extLst>
          </p:cNvPr>
          <p:cNvSpPr txBox="1"/>
          <p:nvPr/>
        </p:nvSpPr>
        <p:spPr>
          <a:xfrm>
            <a:off x="7590340" y="3094599"/>
            <a:ext cx="2050934" cy="518988"/>
          </a:xfrm>
          <a:prstGeom prst="rect">
            <a:avLst/>
          </a:prstGeom>
          <a:noFill/>
        </p:spPr>
        <p:txBody>
          <a:bodyPr wrap="square" lIns="0" tIns="0" rIns="0" bIns="0" rtlCol="0">
            <a:spAutoFit/>
          </a:bodyPr>
          <a:lstStyle/>
          <a:p>
            <a:pPr>
              <a:buSzPct val="100000"/>
            </a:pPr>
            <a:r>
              <a:rPr lang="en-GB" sz="1200" b="1" noProof="0" dirty="0">
                <a:solidFill>
                  <a:schemeClr val="tx1">
                    <a:lumMod val="85000"/>
                    <a:lumOff val="15000"/>
                  </a:schemeClr>
                </a:solidFill>
                <a:latin typeface="DM Sans" pitchFamily="2" charset="0"/>
              </a:rPr>
              <a:t>ENABLEMENT</a:t>
            </a: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DFE2ED97-2E3F-FA70-0C4E-672C48D375F5}"/>
              </a:ext>
            </a:extLst>
          </p:cNvPr>
          <p:cNvSpPr/>
          <p:nvPr/>
        </p:nvSpPr>
        <p:spPr>
          <a:xfrm>
            <a:off x="2271959" y="407508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385E0A92-67D8-D588-5217-B92EF10469E0}"/>
              </a:ext>
            </a:extLst>
          </p:cNvPr>
          <p:cNvSpPr/>
          <p:nvPr/>
        </p:nvSpPr>
        <p:spPr>
          <a:xfrm>
            <a:off x="6151970" y="407508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80DC8BB1-3935-E17A-25BB-74A2F1D33D3A}"/>
              </a:ext>
            </a:extLst>
          </p:cNvPr>
          <p:cNvSpPr txBox="1"/>
          <p:nvPr/>
        </p:nvSpPr>
        <p:spPr>
          <a:xfrm>
            <a:off x="2418952" y="4141586"/>
            <a:ext cx="2792111" cy="556947"/>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DATA</a:t>
            </a:r>
          </a:p>
          <a:p>
            <a:pPr>
              <a:lnSpc>
                <a:spcPts val="1300"/>
              </a:lnSpc>
              <a:buSzPct val="100000"/>
            </a:pPr>
            <a:r>
              <a:rPr lang="en-GB" sz="1200" dirty="0">
                <a:solidFill>
                  <a:schemeClr val="tx1">
                    <a:lumMod val="85000"/>
                    <a:lumOff val="15000"/>
                  </a:schemeClr>
                </a:solidFill>
                <a:latin typeface="+mj-lt"/>
              </a:rPr>
              <a:t>Reusable data products, analytics, architecture, monetization</a:t>
            </a:r>
          </a:p>
        </p:txBody>
      </p:sp>
      <p:sp>
        <p:nvSpPr>
          <p:cNvPr id="166" name="TextBox 165">
            <a:extLst>
              <a:ext uri="{FF2B5EF4-FFF2-40B4-BE49-F238E27FC236}">
                <a16:creationId xmlns:a16="http://schemas.microsoft.com/office/drawing/2014/main" id="{10166978-2E96-E3A3-95B8-30EF5CAF9525}"/>
              </a:ext>
            </a:extLst>
          </p:cNvPr>
          <p:cNvSpPr txBox="1"/>
          <p:nvPr/>
        </p:nvSpPr>
        <p:spPr>
          <a:xfrm>
            <a:off x="6293260" y="4141586"/>
            <a:ext cx="2548336" cy="556947"/>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TECHNOLOGY</a:t>
            </a:r>
          </a:p>
          <a:p>
            <a:pPr>
              <a:lnSpc>
                <a:spcPts val="1300"/>
              </a:lnSpc>
              <a:buSzPct val="100000"/>
            </a:pPr>
            <a:r>
              <a:rPr lang="en-GB" sz="1200" dirty="0">
                <a:solidFill>
                  <a:schemeClr val="tx1">
                    <a:lumMod val="85000"/>
                    <a:lumOff val="15000"/>
                  </a:schemeClr>
                </a:solidFill>
                <a:latin typeface="+mj-lt"/>
              </a:rPr>
              <a:t>Target architecture, platforms &amp; solutions, integration </a:t>
            </a:r>
          </a:p>
        </p:txBody>
      </p:sp>
      <p:sp>
        <p:nvSpPr>
          <p:cNvPr id="140" name="Rectangle 139">
            <a:extLst>
              <a:ext uri="{FF2B5EF4-FFF2-40B4-BE49-F238E27FC236}">
                <a16:creationId xmlns:a16="http://schemas.microsoft.com/office/drawing/2014/main" id="{408780A7-24D1-5FA9-1D03-00F17CEDD27F}"/>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0F7C620F-BBEE-7637-3EFD-6F8FCA9B7A17}"/>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E0F4E9CB-0A0E-4690-0FA6-9ED54FEC3B60}"/>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BF71C01D-C3EC-7385-38F5-111CD7EAAE7D}"/>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7505B10F-04F0-C6AA-EB31-F410AA01EEBA}"/>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4109848C-6F06-818E-FE0D-EF820C4C18F5}"/>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14DF526F-073F-3342-E25A-644CF951ED34}"/>
              </a:ext>
            </a:extLst>
          </p:cNvPr>
          <p:cNvPicPr>
            <a:picLocks noChangeAspect="1"/>
          </p:cNvPicPr>
          <p:nvPr/>
        </p:nvPicPr>
        <p:blipFill>
          <a:blip r:embed="rId3"/>
          <a:stretch>
            <a:fillRect/>
          </a:stretch>
        </p:blipFill>
        <p:spPr>
          <a:xfrm>
            <a:off x="12333890" y="551145"/>
            <a:ext cx="8051107" cy="4602677"/>
          </a:xfrm>
          <a:prstGeom prst="rect">
            <a:avLst/>
          </a:prstGeom>
        </p:spPr>
      </p:pic>
    </p:spTree>
    <p:extLst>
      <p:ext uri="{BB962C8B-B14F-4D97-AF65-F5344CB8AC3E}">
        <p14:creationId xmlns:p14="http://schemas.microsoft.com/office/powerpoint/2010/main" val="39287628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C3AFC-45EF-AF93-6DE5-4A040E4E802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2C041F90-7266-FE29-E4F5-4CAFEC1EF67C}"/>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5" name="Afbeelding 24">
            <a:extLst>
              <a:ext uri="{FF2B5EF4-FFF2-40B4-BE49-F238E27FC236}">
                <a16:creationId xmlns:a16="http://schemas.microsoft.com/office/drawing/2014/main" id="{969CE313-B039-6AA9-8D92-F234DC7101E6}"/>
              </a:ext>
            </a:extLst>
          </p:cNvPr>
          <p:cNvPicPr>
            <a:picLocks noChangeAspect="1"/>
          </p:cNvPicPr>
          <p:nvPr/>
        </p:nvPicPr>
        <p:blipFill>
          <a:blip r:embed="rId3">
            <a:extLst>
              <a:ext uri="{28A0092B-C50C-407E-A947-70E740481C1C}">
                <a14:useLocalDpi xmlns:a14="http://schemas.microsoft.com/office/drawing/2010/main" val="0"/>
              </a:ext>
            </a:extLst>
          </a:blip>
          <a:srcRect l="3864" t="16890" r="3741" b="5198"/>
          <a:stretch>
            <a:fillRect/>
          </a:stretch>
        </p:blipFill>
        <p:spPr>
          <a:xfrm>
            <a:off x="2240966" y="1235528"/>
            <a:ext cx="7719128" cy="3633034"/>
          </a:xfrm>
          <a:prstGeom prst="rect">
            <a:avLst/>
          </a:prstGeom>
        </p:spPr>
      </p:pic>
      <p:pic>
        <p:nvPicPr>
          <p:cNvPr id="5" name="Afbeelding 4">
            <a:extLst>
              <a:ext uri="{FF2B5EF4-FFF2-40B4-BE49-F238E27FC236}">
                <a16:creationId xmlns:a16="http://schemas.microsoft.com/office/drawing/2014/main" id="{2909A23B-6954-0376-D46E-3DD2D31464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08029" y="0"/>
            <a:ext cx="8051107" cy="4493641"/>
          </a:xfrm>
          <a:prstGeom prst="rect">
            <a:avLst/>
          </a:prstGeom>
        </p:spPr>
      </p:pic>
      <p:sp>
        <p:nvSpPr>
          <p:cNvPr id="3" name="Title 2">
            <a:extLst>
              <a:ext uri="{FF2B5EF4-FFF2-40B4-BE49-F238E27FC236}">
                <a16:creationId xmlns:a16="http://schemas.microsoft.com/office/drawing/2014/main" id="{3946A784-2DA4-4C3F-32DA-E6744BE96D35}"/>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Product Canvas</a:t>
            </a:r>
          </a:p>
        </p:txBody>
      </p:sp>
    </p:spTree>
    <p:extLst>
      <p:ext uri="{BB962C8B-B14F-4D97-AF65-F5344CB8AC3E}">
        <p14:creationId xmlns:p14="http://schemas.microsoft.com/office/powerpoint/2010/main" val="313527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594DE-F555-AE44-E672-38D3D916365B}"/>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23AC4A82-0A20-9F5E-64D7-347D2ECEB82B}"/>
              </a:ext>
            </a:extLst>
          </p:cNvPr>
          <p:cNvSpPr/>
          <p:nvPr/>
        </p:nvSpPr>
        <p:spPr>
          <a:xfrm>
            <a:off x="1874783" y="409251"/>
            <a:ext cx="8442435" cy="31695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44DCB25C-7592-7FA6-48D0-49592EE1954D}"/>
              </a:ext>
            </a:extLst>
          </p:cNvPr>
          <p:cNvSpPr>
            <a:spLocks noGrp="1"/>
          </p:cNvSpPr>
          <p:nvPr>
            <p:ph type="title"/>
          </p:nvPr>
        </p:nvSpPr>
        <p:spPr>
          <a:xfrm>
            <a:off x="2709041" y="629113"/>
            <a:ext cx="6773918" cy="360100"/>
          </a:xfrm>
        </p:spPr>
        <p:txBody>
          <a:bodyPr>
            <a:normAutofit/>
          </a:bodyPr>
          <a:lstStyle/>
          <a:p>
            <a:pPr algn="ctr"/>
            <a:r>
              <a:rPr lang="en-GB" noProof="0" dirty="0">
                <a:solidFill>
                  <a:schemeClr val="tx1">
                    <a:lumMod val="85000"/>
                    <a:lumOff val="15000"/>
                  </a:schemeClr>
                </a:solidFill>
              </a:rPr>
              <a:t>Decision lens for AI investments</a:t>
            </a:r>
          </a:p>
        </p:txBody>
      </p:sp>
      <p:sp>
        <p:nvSpPr>
          <p:cNvPr id="9" name="Rechthoek: afgeronde hoeken 8">
            <a:extLst>
              <a:ext uri="{FF2B5EF4-FFF2-40B4-BE49-F238E27FC236}">
                <a16:creationId xmlns:a16="http://schemas.microsoft.com/office/drawing/2014/main" id="{B4DE75BE-CD72-7D3D-1ADD-83A938D0CF06}"/>
              </a:ext>
            </a:extLst>
          </p:cNvPr>
          <p:cNvSpPr/>
          <p:nvPr/>
        </p:nvSpPr>
        <p:spPr>
          <a:xfrm>
            <a:off x="211574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Where does this initiative create measurable business value? </a:t>
            </a:r>
            <a:r>
              <a:rPr lang="en-GB" sz="1200" i="1" noProof="0" dirty="0">
                <a:solidFill>
                  <a:schemeClr val="tx1">
                    <a:lumMod val="85000"/>
                    <a:lumOff val="15000"/>
                  </a:schemeClr>
                </a:solidFill>
                <a:latin typeface="+mj-lt"/>
              </a:rPr>
              <a:t>(Efficiency, revenue, risk reduction, strategic capability)</a:t>
            </a:r>
          </a:p>
        </p:txBody>
      </p:sp>
      <p:sp>
        <p:nvSpPr>
          <p:cNvPr id="11" name="Rechthoek: afgeronde hoeken 10">
            <a:extLst>
              <a:ext uri="{FF2B5EF4-FFF2-40B4-BE49-F238E27FC236}">
                <a16:creationId xmlns:a16="http://schemas.microsoft.com/office/drawing/2014/main" id="{4920BE2D-5A12-899D-BEE5-5785EE182E48}"/>
              </a:ext>
            </a:extLst>
          </p:cNvPr>
          <p:cNvSpPr/>
          <p:nvPr/>
        </p:nvSpPr>
        <p:spPr>
          <a:xfrm>
            <a:off x="234666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VALUE</a:t>
            </a:r>
          </a:p>
        </p:txBody>
      </p:sp>
      <p:sp>
        <p:nvSpPr>
          <p:cNvPr id="14" name="Rechthoek: afgeronde hoeken 13">
            <a:extLst>
              <a:ext uri="{FF2B5EF4-FFF2-40B4-BE49-F238E27FC236}">
                <a16:creationId xmlns:a16="http://schemas.microsoft.com/office/drawing/2014/main" id="{A1A90501-E13B-0DB0-9669-99A86F87A9DE}"/>
              </a:ext>
            </a:extLst>
          </p:cNvPr>
          <p:cNvSpPr/>
          <p:nvPr/>
        </p:nvSpPr>
        <p:spPr>
          <a:xfrm>
            <a:off x="782388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How can the organisation govern it responsibly? </a:t>
            </a:r>
            <a:r>
              <a:rPr lang="en-GB" sz="1200" i="1" noProof="0" dirty="0">
                <a:solidFill>
                  <a:schemeClr val="tx1">
                    <a:lumMod val="85000"/>
                    <a:lumOff val="15000"/>
                  </a:schemeClr>
                </a:solidFill>
                <a:latin typeface="+mj-lt"/>
              </a:rPr>
              <a:t>(Compliance, user trust, employee trust)</a:t>
            </a:r>
          </a:p>
        </p:txBody>
      </p:sp>
      <p:sp>
        <p:nvSpPr>
          <p:cNvPr id="16" name="Rechthoek: afgeronde hoeken 15">
            <a:extLst>
              <a:ext uri="{FF2B5EF4-FFF2-40B4-BE49-F238E27FC236}">
                <a16:creationId xmlns:a16="http://schemas.microsoft.com/office/drawing/2014/main" id="{91168AC0-0B49-DB65-E01C-43316040FEF1}"/>
              </a:ext>
            </a:extLst>
          </p:cNvPr>
          <p:cNvSpPr/>
          <p:nvPr/>
        </p:nvSpPr>
        <p:spPr>
          <a:xfrm>
            <a:off x="805480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18" name="Rechthoek: afgeronde hoeken 17">
            <a:extLst>
              <a:ext uri="{FF2B5EF4-FFF2-40B4-BE49-F238E27FC236}">
                <a16:creationId xmlns:a16="http://schemas.microsoft.com/office/drawing/2014/main" id="{EB153662-B3A8-884C-9C7A-69E6E91AEA4C}"/>
              </a:ext>
            </a:extLst>
          </p:cNvPr>
          <p:cNvSpPr/>
          <p:nvPr/>
        </p:nvSpPr>
        <p:spPr>
          <a:xfrm>
            <a:off x="496981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What is required in the organisation to deliver this? </a:t>
            </a:r>
            <a:r>
              <a:rPr lang="en-GB" sz="1200" i="1" noProof="0" dirty="0">
                <a:solidFill>
                  <a:schemeClr val="tx1">
                    <a:lumMod val="85000"/>
                    <a:lumOff val="15000"/>
                  </a:schemeClr>
                </a:solidFill>
                <a:latin typeface="+mj-lt"/>
              </a:rPr>
              <a:t>(People, process, data, enablement) </a:t>
            </a:r>
          </a:p>
        </p:txBody>
      </p:sp>
      <p:sp>
        <p:nvSpPr>
          <p:cNvPr id="20" name="Rechthoek: afgeronde hoeken 19">
            <a:extLst>
              <a:ext uri="{FF2B5EF4-FFF2-40B4-BE49-F238E27FC236}">
                <a16:creationId xmlns:a16="http://schemas.microsoft.com/office/drawing/2014/main" id="{9C8CD429-2147-65D1-3EBD-C9F632DCF267}"/>
              </a:ext>
            </a:extLst>
          </p:cNvPr>
          <p:cNvSpPr/>
          <p:nvPr/>
        </p:nvSpPr>
        <p:spPr>
          <a:xfrm>
            <a:off x="5200736"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CAPABILITIES</a:t>
            </a:r>
          </a:p>
        </p:txBody>
      </p:sp>
      <p:pic>
        <p:nvPicPr>
          <p:cNvPr id="35" name="Afbeelding 34" descr="Afbeelding met tekst, schermopname, Lettertype, ontwerp&#10;&#10;Door AI gegenereerde inhoud is mogelijk onjuist.">
            <a:extLst>
              <a:ext uri="{FF2B5EF4-FFF2-40B4-BE49-F238E27FC236}">
                <a16:creationId xmlns:a16="http://schemas.microsoft.com/office/drawing/2014/main" id="{E75B4FE5-6CAE-5CA2-8911-43350DF8A092}"/>
              </a:ext>
            </a:extLst>
          </p:cNvPr>
          <p:cNvPicPr>
            <a:picLocks noChangeAspect="1"/>
          </p:cNvPicPr>
          <p:nvPr/>
        </p:nvPicPr>
        <p:blipFill>
          <a:blip r:embed="rId3"/>
          <a:stretch>
            <a:fillRect/>
          </a:stretch>
        </p:blipFill>
        <p:spPr>
          <a:xfrm>
            <a:off x="12192000" y="588248"/>
            <a:ext cx="8529964" cy="2824174"/>
          </a:xfrm>
          <a:prstGeom prst="rect">
            <a:avLst/>
          </a:prstGeom>
        </p:spPr>
      </p:pic>
    </p:spTree>
    <p:extLst>
      <p:ext uri="{BB962C8B-B14F-4D97-AF65-F5344CB8AC3E}">
        <p14:creationId xmlns:p14="http://schemas.microsoft.com/office/powerpoint/2010/main" val="1673608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51A03-A6E4-2F3C-8ADF-BF915F284B32}"/>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9AD835D3-F13B-6DA4-DB6D-F3E451993735}"/>
              </a:ext>
            </a:extLst>
          </p:cNvPr>
          <p:cNvSpPr/>
          <p:nvPr/>
        </p:nvSpPr>
        <p:spPr>
          <a:xfrm>
            <a:off x="1874783" y="409252"/>
            <a:ext cx="8442435" cy="45095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C8E4ABDA-07FB-BF30-1F69-98C741FD80BD}"/>
              </a:ext>
            </a:extLst>
          </p:cNvPr>
          <p:cNvSpPr>
            <a:spLocks noGrp="1"/>
          </p:cNvSpPr>
          <p:nvPr>
            <p:ph type="title"/>
          </p:nvPr>
        </p:nvSpPr>
        <p:spPr>
          <a:xfrm>
            <a:off x="3729925" y="629113"/>
            <a:ext cx="4732150" cy="348787"/>
          </a:xfrm>
        </p:spPr>
        <p:txBody>
          <a:bodyPr>
            <a:normAutofit/>
          </a:bodyPr>
          <a:lstStyle/>
          <a:p>
            <a:pPr algn="ctr"/>
            <a:r>
              <a:rPr lang="en-GB" noProof="0" dirty="0">
                <a:solidFill>
                  <a:schemeClr val="tx1">
                    <a:lumMod val="85000"/>
                    <a:lumOff val="15000"/>
                  </a:schemeClr>
                </a:solidFill>
              </a:rPr>
              <a:t>The European Advantage Triad</a:t>
            </a:r>
          </a:p>
        </p:txBody>
      </p:sp>
      <p:cxnSp>
        <p:nvCxnSpPr>
          <p:cNvPr id="41" name="Rechte verbindingslijn met pijl 40">
            <a:extLst>
              <a:ext uri="{FF2B5EF4-FFF2-40B4-BE49-F238E27FC236}">
                <a16:creationId xmlns:a16="http://schemas.microsoft.com/office/drawing/2014/main" id="{CF4C91FA-7AD8-127D-AA1D-3C5535769D1A}"/>
              </a:ext>
            </a:extLst>
          </p:cNvPr>
          <p:cNvCxnSpPr>
            <a:cxnSpLocks/>
            <a:stCxn id="64" idx="0"/>
            <a:endCxn id="44" idx="3"/>
          </p:cNvCxnSpPr>
          <p:nvPr/>
        </p:nvCxnSpPr>
        <p:spPr>
          <a:xfrm flipH="1" flipV="1">
            <a:off x="7157545" y="1678877"/>
            <a:ext cx="558660" cy="1543006"/>
          </a:xfrm>
          <a:prstGeom prst="straightConnector1">
            <a:avLst/>
          </a:prstGeom>
          <a:ln w="38100" cap="flat" cmpd="sng" algn="ctr">
            <a:solidFill>
              <a:schemeClr val="bg1">
                <a:lumMod val="65000"/>
              </a:schemeClr>
            </a:solidFill>
            <a:prstDash val="solid"/>
            <a:miter lim="800000"/>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2" name="Rechte verbindingslijn met pijl 41">
            <a:extLst>
              <a:ext uri="{FF2B5EF4-FFF2-40B4-BE49-F238E27FC236}">
                <a16:creationId xmlns:a16="http://schemas.microsoft.com/office/drawing/2014/main" id="{A02245F4-B55B-5D4E-AB49-9E1FD427B15F}"/>
              </a:ext>
            </a:extLst>
          </p:cNvPr>
          <p:cNvCxnSpPr>
            <a:cxnSpLocks/>
            <a:stCxn id="44" idx="1"/>
            <a:endCxn id="67" idx="0"/>
          </p:cNvCxnSpPr>
          <p:nvPr/>
        </p:nvCxnSpPr>
        <p:spPr>
          <a:xfrm flipH="1">
            <a:off x="4479442" y="1678877"/>
            <a:ext cx="555013" cy="1543006"/>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3" name="Rechte verbindingslijn met pijl 42">
            <a:extLst>
              <a:ext uri="{FF2B5EF4-FFF2-40B4-BE49-F238E27FC236}">
                <a16:creationId xmlns:a16="http://schemas.microsoft.com/office/drawing/2014/main" id="{38E027BE-D0DE-264E-B502-402029368CCA}"/>
              </a:ext>
            </a:extLst>
          </p:cNvPr>
          <p:cNvCxnSpPr>
            <a:cxnSpLocks/>
            <a:stCxn id="67" idx="3"/>
            <a:endCxn id="64" idx="1"/>
          </p:cNvCxnSpPr>
          <p:nvPr/>
        </p:nvCxnSpPr>
        <p:spPr>
          <a:xfrm>
            <a:off x="5540987" y="3535091"/>
            <a:ext cx="1113673" cy="0"/>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sp>
        <p:nvSpPr>
          <p:cNvPr id="45" name="Rechthoek: afgeronde hoeken 44">
            <a:extLst>
              <a:ext uri="{FF2B5EF4-FFF2-40B4-BE49-F238E27FC236}">
                <a16:creationId xmlns:a16="http://schemas.microsoft.com/office/drawing/2014/main" id="{69F1C59C-5AC6-CB44-456F-D9B7330D4A4B}"/>
              </a:ext>
            </a:extLst>
          </p:cNvPr>
          <p:cNvSpPr/>
          <p:nvPr/>
        </p:nvSpPr>
        <p:spPr>
          <a:xfrm>
            <a:off x="5124485" y="1961959"/>
            <a:ext cx="1943030"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One harmonised AI framework across 27 countries</a:t>
            </a:r>
          </a:p>
        </p:txBody>
      </p:sp>
      <p:sp>
        <p:nvSpPr>
          <p:cNvPr id="44" name="Rechthoek: afgeronde hoeken 43">
            <a:extLst>
              <a:ext uri="{FF2B5EF4-FFF2-40B4-BE49-F238E27FC236}">
                <a16:creationId xmlns:a16="http://schemas.microsoft.com/office/drawing/2014/main" id="{621DC4F8-74FA-48D8-DBF9-66F966A509D1}"/>
              </a:ext>
            </a:extLst>
          </p:cNvPr>
          <p:cNvSpPr/>
          <p:nvPr/>
        </p:nvSpPr>
        <p:spPr>
          <a:xfrm>
            <a:off x="5034455" y="1365669"/>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Single Rulebook</a:t>
            </a:r>
          </a:p>
        </p:txBody>
      </p:sp>
      <p:sp>
        <p:nvSpPr>
          <p:cNvPr id="50" name="Rechthoek: afgeronde hoeken 49">
            <a:extLst>
              <a:ext uri="{FF2B5EF4-FFF2-40B4-BE49-F238E27FC236}">
                <a16:creationId xmlns:a16="http://schemas.microsoft.com/office/drawing/2014/main" id="{1FC71C6A-87D4-7015-6CBF-06E64671763B}"/>
              </a:ext>
            </a:extLst>
          </p:cNvPr>
          <p:cNvSpPr/>
          <p:nvPr/>
        </p:nvSpPr>
        <p:spPr>
          <a:xfrm>
            <a:off x="6744690" y="3818173"/>
            <a:ext cx="1943030"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Sovereign AI talent and infrastructure investment</a:t>
            </a:r>
          </a:p>
        </p:txBody>
      </p:sp>
      <p:sp>
        <p:nvSpPr>
          <p:cNvPr id="64" name="Rechthoek: afgeronde hoeken 63">
            <a:extLst>
              <a:ext uri="{FF2B5EF4-FFF2-40B4-BE49-F238E27FC236}">
                <a16:creationId xmlns:a16="http://schemas.microsoft.com/office/drawing/2014/main" id="{F9B4409C-0E20-1533-CCB6-E0C111D87C26}"/>
              </a:ext>
            </a:extLst>
          </p:cNvPr>
          <p:cNvSpPr/>
          <p:nvPr/>
        </p:nvSpPr>
        <p:spPr>
          <a:xfrm>
            <a:off x="6654660" y="3221883"/>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Governance Dividend</a:t>
            </a:r>
          </a:p>
        </p:txBody>
      </p:sp>
      <p:sp>
        <p:nvSpPr>
          <p:cNvPr id="66" name="Rechthoek: afgeronde hoeken 65">
            <a:extLst>
              <a:ext uri="{FF2B5EF4-FFF2-40B4-BE49-F238E27FC236}">
                <a16:creationId xmlns:a16="http://schemas.microsoft.com/office/drawing/2014/main" id="{8377B188-E0FB-4C5F-7D34-952E1C242109}"/>
              </a:ext>
            </a:extLst>
          </p:cNvPr>
          <p:cNvSpPr/>
          <p:nvPr/>
        </p:nvSpPr>
        <p:spPr>
          <a:xfrm>
            <a:off x="3507927" y="3818173"/>
            <a:ext cx="1943030"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Consumer, employee and B2B confidence premium</a:t>
            </a:r>
          </a:p>
        </p:txBody>
      </p:sp>
      <p:sp>
        <p:nvSpPr>
          <p:cNvPr id="67" name="Rechthoek: afgeronde hoeken 66">
            <a:extLst>
              <a:ext uri="{FF2B5EF4-FFF2-40B4-BE49-F238E27FC236}">
                <a16:creationId xmlns:a16="http://schemas.microsoft.com/office/drawing/2014/main" id="{4F8D23CC-3ED1-4FCD-5888-C033DF3FA6E1}"/>
              </a:ext>
            </a:extLst>
          </p:cNvPr>
          <p:cNvSpPr/>
          <p:nvPr/>
        </p:nvSpPr>
        <p:spPr>
          <a:xfrm>
            <a:off x="3417897" y="3221883"/>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 Premium</a:t>
            </a:r>
          </a:p>
        </p:txBody>
      </p:sp>
      <p:sp>
        <p:nvSpPr>
          <p:cNvPr id="71" name="Tekstvak 70">
            <a:extLst>
              <a:ext uri="{FF2B5EF4-FFF2-40B4-BE49-F238E27FC236}">
                <a16:creationId xmlns:a16="http://schemas.microsoft.com/office/drawing/2014/main" id="{44F0CEE2-75A9-23F6-CD28-FA93730694E5}"/>
              </a:ext>
            </a:extLst>
          </p:cNvPr>
          <p:cNvSpPr txBox="1"/>
          <p:nvPr/>
        </p:nvSpPr>
        <p:spPr>
          <a:xfrm>
            <a:off x="3161948" y="2326714"/>
            <a:ext cx="1616557" cy="259943"/>
          </a:xfrm>
          <a:prstGeom prst="rect">
            <a:avLst/>
          </a:prstGeom>
          <a:noFill/>
        </p:spPr>
        <p:txBody>
          <a:bodyPr wrap="square" rtlCol="0">
            <a:spAutoFit/>
          </a:bodyPr>
          <a:lstStyle/>
          <a:p>
            <a:pPr algn="r">
              <a:lnSpc>
                <a:spcPts val="1300"/>
              </a:lnSpc>
              <a:buNone/>
            </a:pPr>
            <a:r>
              <a:rPr lang="en-GB" sz="1200" i="1" noProof="0" dirty="0">
                <a:solidFill>
                  <a:schemeClr val="tx1">
                    <a:lumMod val="85000"/>
                    <a:lumOff val="15000"/>
                  </a:schemeClr>
                </a:solidFill>
              </a:rPr>
              <a:t>Clarity enables trust</a:t>
            </a:r>
          </a:p>
        </p:txBody>
      </p:sp>
      <p:sp>
        <p:nvSpPr>
          <p:cNvPr id="70" name="Tekstvak 69">
            <a:extLst>
              <a:ext uri="{FF2B5EF4-FFF2-40B4-BE49-F238E27FC236}">
                <a16:creationId xmlns:a16="http://schemas.microsoft.com/office/drawing/2014/main" id="{49859451-1415-D95D-EF8B-4234B39AAC77}"/>
              </a:ext>
            </a:extLst>
          </p:cNvPr>
          <p:cNvSpPr txBox="1"/>
          <p:nvPr/>
        </p:nvSpPr>
        <p:spPr>
          <a:xfrm>
            <a:off x="7476437" y="2253258"/>
            <a:ext cx="1446025" cy="426655"/>
          </a:xfrm>
          <a:prstGeom prst="rect">
            <a:avLst/>
          </a:prstGeom>
          <a:noFill/>
        </p:spPr>
        <p:txBody>
          <a:bodyPr wrap="square" rtlCol="0">
            <a:spAutoFit/>
          </a:bodyPr>
          <a:lstStyle/>
          <a:p>
            <a:pPr>
              <a:lnSpc>
                <a:spcPts val="1300"/>
              </a:lnSpc>
              <a:buNone/>
            </a:pPr>
            <a:r>
              <a:rPr lang="en-GB" sz="1200" i="1" noProof="0" dirty="0">
                <a:solidFill>
                  <a:schemeClr val="tx1">
                    <a:lumMod val="85000"/>
                    <a:lumOff val="15000"/>
                  </a:schemeClr>
                </a:solidFill>
              </a:rPr>
              <a:t>Capability strengthens clarity</a:t>
            </a:r>
          </a:p>
        </p:txBody>
      </p:sp>
      <p:sp>
        <p:nvSpPr>
          <p:cNvPr id="73" name="Tekstvak 72">
            <a:extLst>
              <a:ext uri="{FF2B5EF4-FFF2-40B4-BE49-F238E27FC236}">
                <a16:creationId xmlns:a16="http://schemas.microsoft.com/office/drawing/2014/main" id="{6803C6EE-D23C-C46B-608F-B26302FA2269}"/>
              </a:ext>
            </a:extLst>
          </p:cNvPr>
          <p:cNvSpPr txBox="1"/>
          <p:nvPr/>
        </p:nvSpPr>
        <p:spPr>
          <a:xfrm>
            <a:off x="5445931" y="3634534"/>
            <a:ext cx="1303785" cy="426655"/>
          </a:xfrm>
          <a:prstGeom prst="rect">
            <a:avLst/>
          </a:prstGeom>
          <a:noFill/>
        </p:spPr>
        <p:txBody>
          <a:bodyPr wrap="square" rtlCol="0">
            <a:spAutoFit/>
          </a:bodyPr>
          <a:lstStyle/>
          <a:p>
            <a:pPr algn="ctr">
              <a:lnSpc>
                <a:spcPts val="1300"/>
              </a:lnSpc>
              <a:buNone/>
            </a:pPr>
            <a:r>
              <a:rPr lang="en-GB" sz="1200" i="1" noProof="0" dirty="0">
                <a:solidFill>
                  <a:schemeClr val="tx1">
                    <a:lumMod val="85000"/>
                    <a:lumOff val="15000"/>
                  </a:schemeClr>
                </a:solidFill>
              </a:rPr>
              <a:t>Trust enables capability</a:t>
            </a:r>
          </a:p>
        </p:txBody>
      </p:sp>
      <p:pic>
        <p:nvPicPr>
          <p:cNvPr id="87" name="Afbeelding 86" descr="Afbeelding met tekst, schermopname, Lettertype, lijn&#10;&#10;Door AI gegenereerde inhoud is mogelijk onjuist.">
            <a:extLst>
              <a:ext uri="{FF2B5EF4-FFF2-40B4-BE49-F238E27FC236}">
                <a16:creationId xmlns:a16="http://schemas.microsoft.com/office/drawing/2014/main" id="{A2A4D0E7-95AC-E8C6-57A6-42E0222D9D65}"/>
              </a:ext>
            </a:extLst>
          </p:cNvPr>
          <p:cNvPicPr>
            <a:picLocks noChangeAspect="1"/>
          </p:cNvPicPr>
          <p:nvPr/>
        </p:nvPicPr>
        <p:blipFill>
          <a:blip r:embed="rId3"/>
          <a:stretch>
            <a:fillRect/>
          </a:stretch>
        </p:blipFill>
        <p:spPr>
          <a:xfrm>
            <a:off x="12192000" y="574489"/>
            <a:ext cx="5887816" cy="4144682"/>
          </a:xfrm>
          <a:prstGeom prst="rect">
            <a:avLst/>
          </a:prstGeom>
        </p:spPr>
      </p:pic>
    </p:spTree>
    <p:extLst>
      <p:ext uri="{BB962C8B-B14F-4D97-AF65-F5344CB8AC3E}">
        <p14:creationId xmlns:p14="http://schemas.microsoft.com/office/powerpoint/2010/main" val="1452548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2BF3D-FE41-717C-33E1-78FB614101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1C8DFE4-22E2-2B56-23FE-10A83A8E3238}"/>
              </a:ext>
            </a:extLst>
          </p:cNvPr>
          <p:cNvSpPr>
            <a:spLocks noGrp="1"/>
          </p:cNvSpPr>
          <p:nvPr>
            <p:ph type="title"/>
          </p:nvPr>
        </p:nvSpPr>
        <p:spPr/>
        <p:txBody>
          <a:bodyPr>
            <a:normAutofit/>
          </a:bodyPr>
          <a:lstStyle/>
          <a:p>
            <a:r>
              <a:rPr lang="en-GB" noProof="0" dirty="0"/>
              <a:t>AI Transformation framework for European CEO’s – not used</a:t>
            </a:r>
          </a:p>
        </p:txBody>
      </p:sp>
      <p:sp>
        <p:nvSpPr>
          <p:cNvPr id="4" name="Text Placeholder 3">
            <a:extLst>
              <a:ext uri="{FF2B5EF4-FFF2-40B4-BE49-F238E27FC236}">
                <a16:creationId xmlns:a16="http://schemas.microsoft.com/office/drawing/2014/main" id="{934FD04A-9782-DFEE-47DD-6E1AAA12FCC2}"/>
              </a:ext>
            </a:extLst>
          </p:cNvPr>
          <p:cNvSpPr>
            <a:spLocks noGrp="1"/>
          </p:cNvSpPr>
          <p:nvPr>
            <p:ph type="body" sz="quarter" idx="10"/>
          </p:nvPr>
        </p:nvSpPr>
        <p:spPr/>
        <p:txBody>
          <a:bodyPr/>
          <a:lstStyle/>
          <a:p>
            <a:r>
              <a:rPr lang="en-GB" noProof="0" dirty="0"/>
              <a:t>The Agentic Organisation</a:t>
            </a:r>
          </a:p>
        </p:txBody>
      </p:sp>
      <p:grpSp>
        <p:nvGrpSpPr>
          <p:cNvPr id="8" name="Groep 7">
            <a:extLst>
              <a:ext uri="{FF2B5EF4-FFF2-40B4-BE49-F238E27FC236}">
                <a16:creationId xmlns:a16="http://schemas.microsoft.com/office/drawing/2014/main" id="{218FE31E-3067-2A09-331D-DF2B79E20CB4}"/>
              </a:ext>
            </a:extLst>
          </p:cNvPr>
          <p:cNvGrpSpPr/>
          <p:nvPr/>
        </p:nvGrpSpPr>
        <p:grpSpPr>
          <a:xfrm>
            <a:off x="1876234" y="4986628"/>
            <a:ext cx="7031181" cy="773785"/>
            <a:chOff x="1876234" y="4962564"/>
            <a:chExt cx="7031181" cy="773785"/>
          </a:xfrm>
        </p:grpSpPr>
        <p:sp>
          <p:nvSpPr>
            <p:cNvPr id="14" name="Rectangle 13">
              <a:extLst>
                <a:ext uri="{FF2B5EF4-FFF2-40B4-BE49-F238E27FC236}">
                  <a16:creationId xmlns:a16="http://schemas.microsoft.com/office/drawing/2014/main" id="{36B940B1-BB64-5315-41EF-90659B2E2413}"/>
                </a:ext>
              </a:extLst>
            </p:cNvPr>
            <p:cNvSpPr/>
            <p:nvPr/>
          </p:nvSpPr>
          <p:spPr>
            <a:xfrm>
              <a:off x="663140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20F41343-C46A-FBF1-1A24-4EA457D0B60F}"/>
                </a:ext>
              </a:extLst>
            </p:cNvPr>
            <p:cNvSpPr/>
            <p:nvPr/>
          </p:nvSpPr>
          <p:spPr>
            <a:xfrm>
              <a:off x="4253819"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450D853E-5801-BE9A-A9B3-935AF7BBEE63}"/>
                </a:ext>
              </a:extLst>
            </p:cNvPr>
            <p:cNvSpPr/>
            <p:nvPr/>
          </p:nvSpPr>
          <p:spPr>
            <a:xfrm>
              <a:off x="187623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7" name="Groep 36">
              <a:extLst>
                <a:ext uri="{FF2B5EF4-FFF2-40B4-BE49-F238E27FC236}">
                  <a16:creationId xmlns:a16="http://schemas.microsoft.com/office/drawing/2014/main" id="{56269A69-5B02-D4EB-816D-DBD7047B2E28}"/>
                </a:ext>
              </a:extLst>
            </p:cNvPr>
            <p:cNvGrpSpPr/>
            <p:nvPr/>
          </p:nvGrpSpPr>
          <p:grpSpPr>
            <a:xfrm>
              <a:off x="2010738" y="5076990"/>
              <a:ext cx="6779081" cy="553998"/>
              <a:chOff x="2128334" y="5761585"/>
              <a:chExt cx="6779081" cy="553998"/>
            </a:xfrm>
          </p:grpSpPr>
          <p:sp>
            <p:nvSpPr>
              <p:cNvPr id="36" name="TextBox 35">
                <a:extLst>
                  <a:ext uri="{FF2B5EF4-FFF2-40B4-BE49-F238E27FC236}">
                    <a16:creationId xmlns:a16="http://schemas.microsoft.com/office/drawing/2014/main" id="{048AAE56-2291-A35C-FC29-51F1377E1343}"/>
                  </a:ext>
                </a:extLst>
              </p:cNvPr>
              <p:cNvSpPr txBox="1"/>
              <p:nvPr/>
            </p:nvSpPr>
            <p:spPr>
              <a:xfrm>
                <a:off x="6881479" y="5761585"/>
                <a:ext cx="2025936"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Implementation</a:t>
                </a:r>
              </a:p>
              <a:p>
                <a:pPr>
                  <a:buSzPct val="100000"/>
                </a:pPr>
                <a:r>
                  <a:rPr lang="en-GB" sz="1200" noProof="0" dirty="0">
                    <a:solidFill>
                      <a:schemeClr val="tx1">
                        <a:lumMod val="75000"/>
                        <a:lumOff val="25000"/>
                      </a:schemeClr>
                    </a:solidFill>
                    <a:latin typeface="+mj-lt"/>
                  </a:rPr>
                  <a:t>Roadmap, big decisions, change management</a:t>
                </a:r>
              </a:p>
            </p:txBody>
          </p:sp>
          <p:sp>
            <p:nvSpPr>
              <p:cNvPr id="25" name="TextBox 24">
                <a:extLst>
                  <a:ext uri="{FF2B5EF4-FFF2-40B4-BE49-F238E27FC236}">
                    <a16:creationId xmlns:a16="http://schemas.microsoft.com/office/drawing/2014/main" id="{189602CF-355A-6230-5643-419DBC291A2F}"/>
                  </a:ext>
                </a:extLst>
              </p:cNvPr>
              <p:cNvSpPr txBox="1"/>
              <p:nvPr/>
            </p:nvSpPr>
            <p:spPr>
              <a:xfrm>
                <a:off x="2128334" y="5761585"/>
                <a:ext cx="1863549"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Governance &amp; Metrics</a:t>
                </a:r>
              </a:p>
              <a:p>
                <a:pPr>
                  <a:buSzPct val="100000"/>
                </a:pPr>
                <a:r>
                  <a:rPr lang="en-GB" sz="1200" noProof="0" dirty="0">
                    <a:solidFill>
                      <a:schemeClr val="tx1">
                        <a:lumMod val="75000"/>
                        <a:lumOff val="25000"/>
                      </a:schemeClr>
                    </a:solidFill>
                    <a:latin typeface="+mj-lt"/>
                  </a:rPr>
                  <a:t>Definitions, targets, monitoring, steering</a:t>
                </a:r>
              </a:p>
            </p:txBody>
          </p:sp>
          <p:sp>
            <p:nvSpPr>
              <p:cNvPr id="10" name="TextBox 9">
                <a:extLst>
                  <a:ext uri="{FF2B5EF4-FFF2-40B4-BE49-F238E27FC236}">
                    <a16:creationId xmlns:a16="http://schemas.microsoft.com/office/drawing/2014/main" id="{BFFF8B29-C140-297A-7544-B05B466AF757}"/>
                  </a:ext>
                </a:extLst>
              </p:cNvPr>
              <p:cNvSpPr txBox="1"/>
              <p:nvPr/>
            </p:nvSpPr>
            <p:spPr>
              <a:xfrm>
                <a:off x="4503748" y="5761585"/>
                <a:ext cx="2026082"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Financials</a:t>
                </a:r>
              </a:p>
              <a:p>
                <a:pPr>
                  <a:buSzPct val="100000"/>
                </a:pPr>
                <a:r>
                  <a:rPr lang="en-GB" sz="1200" noProof="0" dirty="0">
                    <a:solidFill>
                      <a:schemeClr val="tx1">
                        <a:lumMod val="75000"/>
                        <a:lumOff val="25000"/>
                      </a:schemeClr>
                    </a:solidFill>
                    <a:latin typeface="+mj-lt"/>
                  </a:rPr>
                  <a:t>ROI, cost analysis &amp; optimization, tracking</a:t>
                </a:r>
              </a:p>
            </p:txBody>
          </p:sp>
        </p:grpSp>
      </p:grpSp>
      <p:grpSp>
        <p:nvGrpSpPr>
          <p:cNvPr id="57" name="Groep 56">
            <a:extLst>
              <a:ext uri="{FF2B5EF4-FFF2-40B4-BE49-F238E27FC236}">
                <a16:creationId xmlns:a16="http://schemas.microsoft.com/office/drawing/2014/main" id="{5FAC7954-8774-CB5B-EEDE-A2D719145CF2}"/>
              </a:ext>
            </a:extLst>
          </p:cNvPr>
          <p:cNvGrpSpPr/>
          <p:nvPr/>
        </p:nvGrpSpPr>
        <p:grpSpPr>
          <a:xfrm>
            <a:off x="2174050" y="5898526"/>
            <a:ext cx="6429203" cy="780429"/>
            <a:chOff x="2216586" y="1752579"/>
            <a:chExt cx="6429203" cy="780429"/>
          </a:xfrm>
        </p:grpSpPr>
        <p:grpSp>
          <p:nvGrpSpPr>
            <p:cNvPr id="56" name="Groep 55">
              <a:extLst>
                <a:ext uri="{FF2B5EF4-FFF2-40B4-BE49-F238E27FC236}">
                  <a16:creationId xmlns:a16="http://schemas.microsoft.com/office/drawing/2014/main" id="{ED93F8E9-C9CA-F9CC-517E-FEFBE262BCBC}"/>
                </a:ext>
              </a:extLst>
            </p:cNvPr>
            <p:cNvGrpSpPr/>
            <p:nvPr/>
          </p:nvGrpSpPr>
          <p:grpSpPr>
            <a:xfrm>
              <a:off x="2216586" y="1752579"/>
              <a:ext cx="1882732" cy="780429"/>
              <a:chOff x="2010738" y="1760234"/>
              <a:chExt cx="1882732" cy="780429"/>
            </a:xfrm>
          </p:grpSpPr>
          <p:sp>
            <p:nvSpPr>
              <p:cNvPr id="40" name="Ovaal 39">
                <a:extLst>
                  <a:ext uri="{FF2B5EF4-FFF2-40B4-BE49-F238E27FC236}">
                    <a16:creationId xmlns:a16="http://schemas.microsoft.com/office/drawing/2014/main" id="{0C39892D-A604-84A4-92E9-08EB71B9CC0A}"/>
                  </a:ext>
                </a:extLst>
              </p:cNvPr>
              <p:cNvSpPr/>
              <p:nvPr/>
            </p:nvSpPr>
            <p:spPr>
              <a:xfrm>
                <a:off x="2010738"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TextBox 19">
                <a:extLst>
                  <a:ext uri="{FF2B5EF4-FFF2-40B4-BE49-F238E27FC236}">
                    <a16:creationId xmlns:a16="http://schemas.microsoft.com/office/drawing/2014/main" id="{3AE75E65-59FF-CFE1-1F5C-B4AD52EEF56A}"/>
                  </a:ext>
                </a:extLst>
              </p:cNvPr>
              <p:cNvSpPr txBox="1"/>
              <p:nvPr/>
            </p:nvSpPr>
            <p:spPr>
              <a:xfrm>
                <a:off x="2629602" y="2058115"/>
                <a:ext cx="645005"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Value</a:t>
                </a:r>
                <a:endParaRPr lang="en-GB" sz="1200" noProof="0" dirty="0">
                  <a:latin typeface="DM Sans" pitchFamily="2" charset="0"/>
                </a:endParaRPr>
              </a:p>
            </p:txBody>
          </p:sp>
        </p:grpSp>
        <p:grpSp>
          <p:nvGrpSpPr>
            <p:cNvPr id="55" name="Groep 54">
              <a:extLst>
                <a:ext uri="{FF2B5EF4-FFF2-40B4-BE49-F238E27FC236}">
                  <a16:creationId xmlns:a16="http://schemas.microsoft.com/office/drawing/2014/main" id="{6CE53BE7-44F7-143C-B823-33BF0AEF725D}"/>
                </a:ext>
              </a:extLst>
            </p:cNvPr>
            <p:cNvGrpSpPr/>
            <p:nvPr/>
          </p:nvGrpSpPr>
          <p:grpSpPr>
            <a:xfrm>
              <a:off x="4489821" y="1752579"/>
              <a:ext cx="1882732" cy="780429"/>
              <a:chOff x="4152245" y="1760234"/>
              <a:chExt cx="1882732" cy="780429"/>
            </a:xfrm>
          </p:grpSpPr>
          <p:sp>
            <p:nvSpPr>
              <p:cNvPr id="46" name="Ovaal 45">
                <a:extLst>
                  <a:ext uri="{FF2B5EF4-FFF2-40B4-BE49-F238E27FC236}">
                    <a16:creationId xmlns:a16="http://schemas.microsoft.com/office/drawing/2014/main" id="{2CD23354-87F9-18DA-E35B-E7DB99920D26}"/>
                  </a:ext>
                </a:extLst>
              </p:cNvPr>
              <p:cNvSpPr/>
              <p:nvPr/>
            </p:nvSpPr>
            <p:spPr>
              <a:xfrm>
                <a:off x="4152245"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TextBox 19">
                <a:extLst>
                  <a:ext uri="{FF2B5EF4-FFF2-40B4-BE49-F238E27FC236}">
                    <a16:creationId xmlns:a16="http://schemas.microsoft.com/office/drawing/2014/main" id="{9365DEC0-B866-63BB-7E1A-4524C1DAE39E}"/>
                  </a:ext>
                </a:extLst>
              </p:cNvPr>
              <p:cNvSpPr txBox="1"/>
              <p:nvPr/>
            </p:nvSpPr>
            <p:spPr>
              <a:xfrm>
                <a:off x="4616135"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Capabilities</a:t>
                </a:r>
                <a:endParaRPr lang="en-GB" sz="1200" noProof="0" dirty="0">
                  <a:latin typeface="DM Sans" pitchFamily="2" charset="0"/>
                </a:endParaRPr>
              </a:p>
            </p:txBody>
          </p:sp>
        </p:grpSp>
        <p:grpSp>
          <p:nvGrpSpPr>
            <p:cNvPr id="54" name="Groep 53">
              <a:extLst>
                <a:ext uri="{FF2B5EF4-FFF2-40B4-BE49-F238E27FC236}">
                  <a16:creationId xmlns:a16="http://schemas.microsoft.com/office/drawing/2014/main" id="{CECA09D3-9264-62F3-BAE6-1135511429AE}"/>
                </a:ext>
              </a:extLst>
            </p:cNvPr>
            <p:cNvGrpSpPr/>
            <p:nvPr/>
          </p:nvGrpSpPr>
          <p:grpSpPr>
            <a:xfrm>
              <a:off x="6763057" y="1752579"/>
              <a:ext cx="1882732" cy="780429"/>
              <a:chOff x="6166283" y="1760234"/>
              <a:chExt cx="1882732" cy="780429"/>
            </a:xfrm>
          </p:grpSpPr>
          <p:sp>
            <p:nvSpPr>
              <p:cNvPr id="50" name="Ovaal 49">
                <a:extLst>
                  <a:ext uri="{FF2B5EF4-FFF2-40B4-BE49-F238E27FC236}">
                    <a16:creationId xmlns:a16="http://schemas.microsoft.com/office/drawing/2014/main" id="{6FB73AF7-E513-6F37-FB56-392BD4CD957A}"/>
                  </a:ext>
                </a:extLst>
              </p:cNvPr>
              <p:cNvSpPr/>
              <p:nvPr/>
            </p:nvSpPr>
            <p:spPr>
              <a:xfrm>
                <a:off x="6166283"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TextBox 19">
                <a:extLst>
                  <a:ext uri="{FF2B5EF4-FFF2-40B4-BE49-F238E27FC236}">
                    <a16:creationId xmlns:a16="http://schemas.microsoft.com/office/drawing/2014/main" id="{3753C1F5-D79F-FF2D-6911-798E4DEF1A18}"/>
                  </a:ext>
                </a:extLst>
              </p:cNvPr>
              <p:cNvSpPr txBox="1"/>
              <p:nvPr/>
            </p:nvSpPr>
            <p:spPr>
              <a:xfrm>
                <a:off x="6630173"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Trust</a:t>
                </a:r>
                <a:endParaRPr lang="en-GB" sz="1200" noProof="0" dirty="0">
                  <a:latin typeface="DM Sans" pitchFamily="2" charset="0"/>
                </a:endParaRPr>
              </a:p>
            </p:txBody>
          </p:sp>
        </p:grpSp>
      </p:grpSp>
    </p:spTree>
    <p:extLst>
      <p:ext uri="{BB962C8B-B14F-4D97-AF65-F5344CB8AC3E}">
        <p14:creationId xmlns:p14="http://schemas.microsoft.com/office/powerpoint/2010/main" val="3418198643"/>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36AF62-6CEC-4109-8F30-E79D17945B4A}">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503</TotalTime>
  <Words>556</Words>
  <Application>Microsoft Office PowerPoint</Application>
  <PresentationFormat>Breedbeeld</PresentationFormat>
  <Paragraphs>97</Paragraphs>
  <Slides>8</Slides>
  <Notes>8</Notes>
  <HiddenSlides>0</HiddenSlides>
  <MMClips>0</MMClips>
  <ScaleCrop>false</ScaleCrop>
  <HeadingPairs>
    <vt:vector size="6" baseType="variant">
      <vt:variant>
        <vt:lpstr>Gebruikte lettertypen</vt:lpstr>
      </vt:variant>
      <vt:variant>
        <vt:i4>8</vt:i4>
      </vt:variant>
      <vt:variant>
        <vt:lpstr>Thema</vt:lpstr>
      </vt:variant>
      <vt:variant>
        <vt:i4>1</vt:i4>
      </vt:variant>
      <vt:variant>
        <vt:lpstr>Diatitels</vt:lpstr>
      </vt:variant>
      <vt:variant>
        <vt:i4>8</vt:i4>
      </vt:variant>
    </vt:vector>
  </HeadingPairs>
  <TitlesOfParts>
    <vt:vector size="17" baseType="lpstr">
      <vt:lpstr>Aptos</vt:lpstr>
      <vt:lpstr>Aptos Display</vt:lpstr>
      <vt:lpstr>Arial</vt:lpstr>
      <vt:lpstr>DM Sans</vt:lpstr>
      <vt:lpstr>DM Sans Medium</vt:lpstr>
      <vt:lpstr>Garamond</vt:lpstr>
      <vt:lpstr>Montserrat</vt:lpstr>
      <vt:lpstr>Sans Serif Collection</vt:lpstr>
      <vt:lpstr>Kantoorthema</vt:lpstr>
      <vt:lpstr>Book cover</vt:lpstr>
      <vt:lpstr>Agentic systems scale with task complexity</vt:lpstr>
      <vt:lpstr>AI Transformation Framework</vt:lpstr>
      <vt:lpstr>AI Transformation Framework</vt:lpstr>
      <vt:lpstr>AI Product Canvas</vt:lpstr>
      <vt:lpstr>Decision lens for AI investments</vt:lpstr>
      <vt:lpstr>The European Advantage Triad</vt:lpstr>
      <vt:lpstr>AI Transformation framework for European CEO’s – not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Stephan Hartgers</dc:creator>
  <cp:lastModifiedBy>Stephan Hartgers</cp:lastModifiedBy>
  <cp:revision>21</cp:revision>
  <dcterms:created xsi:type="dcterms:W3CDTF">2026-03-01T16:43:58Z</dcterms:created>
  <dcterms:modified xsi:type="dcterms:W3CDTF">2026-03-18T12:00:14Z</dcterms:modified>
</cp:coreProperties>
</file>