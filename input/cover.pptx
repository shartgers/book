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3"/>
  </p:notesMasterIdLst>
  <p:sldIdLst>
    <p:sldId id="2147480368" r:id="rId2"/>
  </p:sldIdLst>
  <p:sldSz cx="5486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 userDrawn="1">
          <p15:clr>
            <a:srgbClr val="A4A3A4"/>
          </p15:clr>
        </p15:guide>
        <p15:guide id="2" pos="17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A6B"/>
    <a:srgbClr val="4B5B6B"/>
    <a:srgbClr val="627281"/>
    <a:srgbClr val="546473"/>
    <a:srgbClr val="576879"/>
    <a:srgbClr val="94A6B4"/>
    <a:srgbClr val="3F4F5E"/>
    <a:srgbClr val="1E2933"/>
    <a:srgbClr val="5261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062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3120" y="336"/>
      </p:cViewPr>
      <p:guideLst>
        <p:guide orient="horz" pos="2592"/>
        <p:guide pos="17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B7A3DB-122E-499C-AAFB-3D4665CBCADB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2400300" y="1143000"/>
            <a:ext cx="2057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CE29-0DCC-4890-A91F-1AD6D7B8A69F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986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15450A-C4D7-1430-C644-50F3F198E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792276-1454-3270-B3A5-C743FFF3D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00300" y="1143000"/>
            <a:ext cx="2057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3543F5-304A-1D65-0A71-730E5FE78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BB26A6-51FB-0ED0-1F61-4CA82ADDFC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1AFD66-2597-4960-86E3-D00E2B43A69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7813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DF3227-37E5-4EC6-921E-BA24D2499B7C}"/>
              </a:ext>
            </a:extLst>
          </p:cNvPr>
          <p:cNvSpPr txBox="1">
            <a:spLocks/>
          </p:cNvSpPr>
          <p:nvPr userDrawn="1"/>
        </p:nvSpPr>
        <p:spPr>
          <a:xfrm>
            <a:off x="5234225" y="7805752"/>
            <a:ext cx="209313" cy="6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R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94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91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837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783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729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674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620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566" algn="l" defTabSz="685891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39601925-951F-4EA8-91E5-A517312BFAAA}" type="slidenum">
              <a:rPr lang="en-US" sz="450" smtClean="0">
                <a:solidFill>
                  <a:schemeClr val="tx1">
                    <a:lumMod val="50000"/>
                    <a:lumOff val="50000"/>
                  </a:schemeClr>
                </a:solidFill>
                <a:latin typeface="DM Sans" pitchFamily="2" charset="0"/>
              </a:rPr>
              <a:pPr lvl="0"/>
              <a:t>‹nr.›</a:t>
            </a:fld>
            <a:endParaRPr lang="en-US" sz="450">
              <a:solidFill>
                <a:schemeClr val="tx1">
                  <a:lumMod val="50000"/>
                  <a:lumOff val="50000"/>
                </a:schemeClr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601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67">
          <p15:clr>
            <a:srgbClr val="FBAE40"/>
          </p15:clr>
        </p15:guide>
        <p15:guide id="2" pos="1728">
          <p15:clr>
            <a:srgbClr val="FBAE40"/>
          </p15:clr>
        </p15:guide>
        <p15:guide id="3" orient="horz" pos="1558">
          <p15:clr>
            <a:srgbClr val="FBAE40"/>
          </p15:clr>
        </p15:guide>
        <p15:guide id="4" pos="139">
          <p15:clr>
            <a:srgbClr val="FBAE40"/>
          </p15:clr>
        </p15:guide>
        <p15:guide id="5" pos="342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438152"/>
            <a:ext cx="47320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2190750"/>
            <a:ext cx="47320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7627622"/>
            <a:ext cx="12344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530143-BC45-40DA-908E-84B30ACFDA34}" type="datetimeFigureOut">
              <a:rPr lang="en-GB" smtClean="0"/>
              <a:t>02/03/2026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7627622"/>
            <a:ext cx="18516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7627622"/>
            <a:ext cx="12344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B8A5CA-36E4-466B-BFAD-60F492F39702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216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548640" rtl="0" eaLnBrk="1" latinLnBrk="0" hangingPunct="1">
        <a:lnSpc>
          <a:spcPct val="90000"/>
        </a:lnSpc>
        <a:spcBef>
          <a:spcPct val="0"/>
        </a:spcBef>
        <a:buNone/>
        <a:defRPr sz="2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54864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44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601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37160" algn="l" defTabSz="54864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6pPr>
      <a:lvl7pPr marL="164592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8pPr>
      <a:lvl9pPr marL="2194560" algn="l" defTabSz="548640" rtl="0" eaLnBrk="1" latinLnBrk="0" hangingPunct="1">
        <a:defRPr sz="10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 userDrawn="1">
          <p15:clr>
            <a:srgbClr val="F26B43"/>
          </p15:clr>
        </p15:guide>
        <p15:guide id="2" pos="17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92B7-EBBB-29B1-D2DF-A9F3C5FCA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ep 22">
            <a:extLst>
              <a:ext uri="{FF2B5EF4-FFF2-40B4-BE49-F238E27FC236}">
                <a16:creationId xmlns:a16="http://schemas.microsoft.com/office/drawing/2014/main" id="{596BD645-1AB1-41FE-0051-E25978BF5943}"/>
              </a:ext>
            </a:extLst>
          </p:cNvPr>
          <p:cNvGrpSpPr/>
          <p:nvPr/>
        </p:nvGrpSpPr>
        <p:grpSpPr>
          <a:xfrm>
            <a:off x="0" y="-1"/>
            <a:ext cx="5514904" cy="8294255"/>
            <a:chOff x="504690" y="1363851"/>
            <a:chExt cx="2903284" cy="4366456"/>
          </a:xfrm>
        </p:grpSpPr>
        <p:pic>
          <p:nvPicPr>
            <p:cNvPr id="13" name="Afbeelding 12" descr="Afbeelding met schoeisel, kleding, person, persoon&#10;&#10;Door AI gegenereerde inhoud is mogelijk onjuist.">
              <a:extLst>
                <a:ext uri="{FF2B5EF4-FFF2-40B4-BE49-F238E27FC236}">
                  <a16:creationId xmlns:a16="http://schemas.microsoft.com/office/drawing/2014/main" id="{75635218-0CFB-8E81-E7CF-CABD807E56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6542"/>
            <a:stretch>
              <a:fillRect/>
            </a:stretch>
          </p:blipFill>
          <p:spPr>
            <a:xfrm>
              <a:off x="504690" y="1660285"/>
              <a:ext cx="2903284" cy="4070022"/>
            </a:xfrm>
            <a:prstGeom prst="rect">
              <a:avLst/>
            </a:prstGeom>
          </p:spPr>
        </p:pic>
        <p:pic>
          <p:nvPicPr>
            <p:cNvPr id="15" name="Afbeelding 14" descr="Afbeelding met schoeisel, kleding, person, persoon&#10;&#10;Door AI gegenereerde inhoud is mogelijk onjuist.">
              <a:extLst>
                <a:ext uri="{FF2B5EF4-FFF2-40B4-BE49-F238E27FC236}">
                  <a16:creationId xmlns:a16="http://schemas.microsoft.com/office/drawing/2014/main" id="{21EA633D-6C0C-D79D-E3F5-6AFBAD305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1202"/>
            <a:stretch>
              <a:fillRect/>
            </a:stretch>
          </p:blipFill>
          <p:spPr>
            <a:xfrm>
              <a:off x="504690" y="1363851"/>
              <a:ext cx="2903284" cy="1115077"/>
            </a:xfrm>
            <a:prstGeom prst="rect">
              <a:avLst/>
            </a:prstGeom>
          </p:spPr>
        </p:pic>
        <p:sp>
          <p:nvSpPr>
            <p:cNvPr id="17" name="Tekstvak 16">
              <a:extLst>
                <a:ext uri="{FF2B5EF4-FFF2-40B4-BE49-F238E27FC236}">
                  <a16:creationId xmlns:a16="http://schemas.microsoft.com/office/drawing/2014/main" id="{BD3136CB-B208-EEC4-C8EC-1A85C00ECD75}"/>
                </a:ext>
              </a:extLst>
            </p:cNvPr>
            <p:cNvSpPr txBox="1"/>
            <p:nvPr/>
          </p:nvSpPr>
          <p:spPr>
            <a:xfrm>
              <a:off x="1180712" y="1443963"/>
              <a:ext cx="1551240" cy="178230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solidFill>
                    <a:srgbClr val="4B5B6B"/>
                  </a:solidFill>
                  <a:latin typeface="Montserrat" pitchFamily="2" charset="0"/>
                  <a:cs typeface="Segoe UI" panose="020B0502040204020203" pitchFamily="34" charset="0"/>
                </a:rPr>
                <a:t>EUROPEAN EDITION</a:t>
              </a:r>
            </a:p>
          </p:txBody>
        </p:sp>
        <p:sp>
          <p:nvSpPr>
            <p:cNvPr id="6" name="Tekstvak 5">
              <a:extLst>
                <a:ext uri="{FF2B5EF4-FFF2-40B4-BE49-F238E27FC236}">
                  <a16:creationId xmlns:a16="http://schemas.microsoft.com/office/drawing/2014/main" id="{011CADC5-0494-041A-23A1-8C77774988E9}"/>
                </a:ext>
              </a:extLst>
            </p:cNvPr>
            <p:cNvSpPr txBox="1"/>
            <p:nvPr/>
          </p:nvSpPr>
          <p:spPr>
            <a:xfrm>
              <a:off x="504690" y="1619645"/>
              <a:ext cx="2874980" cy="76152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4400" b="1" dirty="0">
                  <a:solidFill>
                    <a:srgbClr val="4B5B6B"/>
                  </a:solidFill>
                  <a:latin typeface="Montserrat" pitchFamily="2" charset="0"/>
                </a:rPr>
                <a:t>THE AGENTIC ORGANISATION</a:t>
              </a:r>
            </a:p>
          </p:txBody>
        </p:sp>
        <p:sp>
          <p:nvSpPr>
            <p:cNvPr id="7" name="Tekstvak 6">
              <a:extLst>
                <a:ext uri="{FF2B5EF4-FFF2-40B4-BE49-F238E27FC236}">
                  <a16:creationId xmlns:a16="http://schemas.microsoft.com/office/drawing/2014/main" id="{2DE3A319-CEAC-921D-D6E0-4F2919039E15}"/>
                </a:ext>
              </a:extLst>
            </p:cNvPr>
            <p:cNvSpPr txBox="1"/>
            <p:nvPr/>
          </p:nvSpPr>
          <p:spPr>
            <a:xfrm>
              <a:off x="781497" y="2349027"/>
              <a:ext cx="2321369" cy="340257"/>
            </a:xfrm>
            <a:prstGeom prst="rect">
              <a:avLst/>
            </a:prstGeom>
            <a:noFill/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solidFill>
                    <a:srgbClr val="4B5B6B"/>
                  </a:solidFill>
                  <a:latin typeface="Montserrat" pitchFamily="2" charset="0"/>
                  <a:cs typeface="Segoe UI" panose="020B0502040204020203" pitchFamily="34" charset="0"/>
                </a:rPr>
                <a:t>A complete guide for AI transformations</a:t>
              </a:r>
            </a:p>
          </p:txBody>
        </p:sp>
        <p:sp>
          <p:nvSpPr>
            <p:cNvPr id="2" name="Tekstvak 1">
              <a:extLst>
                <a:ext uri="{FF2B5EF4-FFF2-40B4-BE49-F238E27FC236}">
                  <a16:creationId xmlns:a16="http://schemas.microsoft.com/office/drawing/2014/main" id="{7A35202E-6D93-F357-54FA-5F2F03585E0B}"/>
                </a:ext>
              </a:extLst>
            </p:cNvPr>
            <p:cNvSpPr txBox="1"/>
            <p:nvPr/>
          </p:nvSpPr>
          <p:spPr>
            <a:xfrm>
              <a:off x="1316098" y="5212923"/>
              <a:ext cx="1252164" cy="210635"/>
            </a:xfrm>
            <a:prstGeom prst="rect">
              <a:avLst/>
            </a:prstGeom>
            <a:noFill/>
            <a:effectLst>
              <a:outerShdw blurRad="12700" dist="12700" dir="2700000" algn="tl" rotWithShape="0">
                <a:prstClr val="black">
                  <a:alpha val="16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GB" sz="2000" dirty="0">
                  <a:solidFill>
                    <a:schemeClr val="bg1"/>
                  </a:solidFill>
                  <a:latin typeface="Garamond" panose="02020404030301010803" pitchFamily="18" charset="0"/>
                </a:rPr>
                <a:t>Stephan Hartgers-Rus</a:t>
              </a:r>
            </a:p>
          </p:txBody>
        </p:sp>
        <p:cxnSp>
          <p:nvCxnSpPr>
            <p:cNvPr id="19" name="Rechte verbindingslijn 18">
              <a:extLst>
                <a:ext uri="{FF2B5EF4-FFF2-40B4-BE49-F238E27FC236}">
                  <a16:creationId xmlns:a16="http://schemas.microsoft.com/office/drawing/2014/main" id="{470AE056-79E6-D9CB-0292-0A0450D0EEF2}"/>
                </a:ext>
              </a:extLst>
            </p:cNvPr>
            <p:cNvCxnSpPr>
              <a:cxnSpLocks/>
            </p:cNvCxnSpPr>
            <p:nvPr/>
          </p:nvCxnSpPr>
          <p:spPr>
            <a:xfrm>
              <a:off x="1404268" y="1597733"/>
              <a:ext cx="1103162" cy="0"/>
            </a:xfrm>
            <a:prstGeom prst="line">
              <a:avLst/>
            </a:prstGeom>
            <a:ln w="6350">
              <a:solidFill>
                <a:srgbClr val="4B5B6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659357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toorth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536AF62-6CEC-4109-8F30-E79D17945B4A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</TotalTime>
  <Words>14</Words>
  <Application>Microsoft Office PowerPoint</Application>
  <PresentationFormat>Aangepast</PresentationFormat>
  <Paragraphs>5</Paragraphs>
  <Slides>1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DM Sans</vt:lpstr>
      <vt:lpstr>Garamond</vt:lpstr>
      <vt:lpstr>Montserrat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 Hartgers</dc:creator>
  <cp:lastModifiedBy>Stephan Hartgers</cp:lastModifiedBy>
  <cp:revision>15</cp:revision>
  <dcterms:created xsi:type="dcterms:W3CDTF">2026-03-01T16:43:58Z</dcterms:created>
  <dcterms:modified xsi:type="dcterms:W3CDTF">2026-03-02T13:00:12Z</dcterms:modified>
</cp:coreProperties>
</file>